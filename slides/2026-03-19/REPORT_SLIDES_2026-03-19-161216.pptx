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Vault Decryption: NTV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DB5BD"/>
                </a:solidFill>
              </a:defRPr>
            </a:pPr>
            <a:r>
              <a:t>Penetration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18,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CRITICAL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2E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We decrypted a LUKS2 vault in ~15 minutes using only the Pi's serial number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The Attack: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Found hardcoded passphrase in Python script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Passphrase derived from public hardware info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Zero technical skill required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Result: Full access to 2.6GB of sensitive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2E"/>
                </a:solidFill>
              </a:defRPr>
            </a:pPr>
            <a:r>
              <a:t>The Problem: Strong Crypto, Weak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2E"/>
                </a:solidFill>
              </a:defRPr>
            </a:pPr>
            <a:r>
              <a:t>Encryption (Strong)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AES-XTS-512 with argon2id</a:t>
            </a:r>
          </a:p>
          <a:p>
            <a:pPr>
              <a:spcAft>
                <a:spcPts val="800"/>
              </a:spcAft>
              <a:defRPr sz="1400"/>
            </a:pPr>
            <a:r>
              <a:t>• Industry standard</a:t>
            </a:r>
          </a:p>
          <a:p>
            <a:pPr>
              <a:spcAft>
                <a:spcPts val="800"/>
              </a:spcAft>
              <a:defRPr sz="1400"/>
            </a:pPr>
            <a:r>
              <a:t>• Cryptographically strong</a:t>
            </a:r>
          </a:p>
          <a:p>
            <a:pPr>
              <a:spcAft>
                <a:spcPts val="800"/>
              </a:spcAft>
              <a:defRPr sz="1400"/>
            </a:pPr>
            <a:r>
              <a:t>• Best practices followed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2E"/>
                </a:solidFill>
              </a:defRPr>
            </a:pPr>
            <a:r>
              <a:t>Key Management (Broken)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Hardcoded in source code</a:t>
            </a:r>
          </a:p>
          <a:p>
            <a:pPr>
              <a:spcAft>
                <a:spcPts val="800"/>
              </a:spcAft>
              <a:defRPr sz="1400"/>
            </a:pPr>
            <a:r>
              <a:t>• Derived from serial number</a:t>
            </a:r>
          </a:p>
          <a:p>
            <a:pPr>
              <a:spcAft>
                <a:spcPts val="800"/>
              </a:spcAft>
              <a:defRPr sz="1400"/>
            </a:pPr>
            <a:r>
              <a:t>• Stored next to the vault</a:t>
            </a:r>
          </a:p>
          <a:p>
            <a:pPr>
              <a:spcAft>
                <a:spcPts val="800"/>
              </a:spcAft>
              <a:defRPr sz="1400"/>
            </a:pPr>
            <a:r>
              <a:t>• Exposed in shell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2E"/>
                </a:solidFill>
              </a:defRPr>
            </a:pPr>
            <a:r>
              <a:t>Attack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Stage 1: Discover vault.img and supporting scripts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Stage 2: Extract passphrase from hardware_lock.py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AUTHORIZED_PI_SERIAL = "ffb6d42807368154"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Stage 3: Decrypt with standard Linux tools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echo "ffb6d42807368154" | cryptsetup open vault.img nctv_data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Stage 4: Access all vault contents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2E"/>
                </a:solidFill>
              </a:defRPr>
            </a:pPr>
            <a:r>
              <a:t>Key Findings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3545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Hardcoded vault passphrase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Unencrypted database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Core dumps contain secrets</a:t>
                      </a:r>
                    </a:p>
                  </a:txBody>
                  <a:tcPr/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Bash history exposure</a:t>
                      </a:r>
                    </a:p>
                  </a:txBody>
                  <a:tcPr/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 mode enabled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2E"/>
                </a:solidFill>
              </a:defRPr>
            </a:pPr>
            <a:r>
              <a:t>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Application Data: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Complete Node.js source code (player-server v2.9.43)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Unprotected SQLite database (18 tables)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API keys for Vistar ad network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License keys in plaintext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System Data: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8 core dump files (~2.6 GB)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PM2 process configurations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Environment variables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2E"/>
                </a:solidFill>
              </a:defRPr>
            </a:pPr>
            <a:r>
              <a:t>Remediation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2E"/>
                </a:solidFill>
              </a:defRPr>
            </a:pPr>
            <a:r>
              <a:t>Immediate (This Week)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Re-encrypt vault with random passphrase</a:t>
            </a:r>
          </a:p>
          <a:p>
            <a:pPr>
              <a:spcAft>
                <a:spcPts val="800"/>
              </a:spcAft>
              <a:defRPr sz="1400"/>
            </a:pPr>
            <a:r>
              <a:t>• Remove hardcoded keys from scripts</a:t>
            </a:r>
          </a:p>
          <a:p>
            <a:pPr>
              <a:spcAft>
                <a:spcPts val="800"/>
              </a:spcAft>
              <a:defRPr sz="1400"/>
            </a:pPr>
            <a:r>
              <a:t>• Rotate all exposed API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1E2E"/>
                </a:solidFill>
              </a:defRPr>
            </a:pPr>
            <a:r>
              <a:t>Short-term (30 Days)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Implement TPM/HSM for key storage</a:t>
            </a:r>
          </a:p>
          <a:p>
            <a:pPr>
              <a:spcAft>
                <a:spcPts val="800"/>
              </a:spcAft>
              <a:defRPr sz="1400"/>
            </a:pPr>
            <a:r>
              <a:t>• Encrypt database at rest</a:t>
            </a:r>
          </a:p>
          <a:p>
            <a:pPr>
              <a:spcAft>
                <a:spcPts val="800"/>
              </a:spcAft>
              <a:defRPr sz="1400"/>
            </a:pPr>
            <a:r>
              <a:t>• Disable core dumps in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2E"/>
                </a:solidFill>
              </a:defRPr>
            </a:pPr>
            <a: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Security is a chain: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Strong encryption ≠ secure system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Key management matters more than algorithms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• Defense in depth prevents single points of failure</a:t>
            </a: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1E2E"/>
                </a:solidFill>
              </a:defRPr>
            </a:pPr>
            <a:r>
              <a:t>The vault was only as strong as its weakest secret.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