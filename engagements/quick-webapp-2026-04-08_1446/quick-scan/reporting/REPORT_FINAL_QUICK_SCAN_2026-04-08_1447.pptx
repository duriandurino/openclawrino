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56032"/>
            <a:ext cx="3017520" cy="526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1508760"/>
            <a:ext cx="9966960" cy="7315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9FA"/>
                </a:solidFill>
              </a:defRPr>
            </a:pPr>
            <a:r>
              <a:t>Penetration Test Report (Quick Scan) — onlinebookfair.net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8B847"/>
                </a:solidFill>
              </a:defRPr>
            </a:pPr>
            <a:r>
              <a:t>Security Assessment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DB5BD"/>
                </a:solidFill>
              </a:defRPr>
            </a:pPr>
            <a:r>
              <a:t>April 08,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486400"/>
            <a:ext cx="2133295" cy="548640"/>
          </a:xfrm>
          <a:prstGeom prst="round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9FA"/>
                </a:solidFill>
              </a:defRPr>
            </a:pPr>
            <a:r>
              <a:t>Risk: HIGH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• Quick scan profile `webapp` ran against `onlinebookfair.net` in `safe` mode and treated the target as a Vercel-hosted Next.js application serving as a public catalog or content-style surface, capturing 5 meaningful candidate observations with highest provisional severity `High`.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These results are triage-oriented and should be manually validated before being treated as confirmed vulnerabilities.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This quick scan adapted its framing toward: deployment metadata, response header posture, and frontend routing clues, server-rendered route behavior and cache/header consistency across rendered pages, deployment-layer clues from vercel hosting.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Target Fingerprint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Target appears to be a Vercel-hosted Next.js application serving as a public catalog or content-style surface.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Observed framework indicators: `nextjs`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Observed deployment indicators: `vercel`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Target traits inferred from artifacts: `catalog-like`, `ssr-or-hybrid`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Title hints: `Online Book Fair`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Report emphasis for this target: deployment metadata, response header posture, and frontend routing clues, server-rendered route behavior and cache/header consistency across rendered pages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Risk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Severity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Critical: 0</a:t>
            </a:r>
          </a:p>
          <a:p>
            <a:pPr>
              <a:spcAft>
                <a:spcPts val="800"/>
              </a:spcAft>
              <a:defRPr sz="1400"/>
            </a:pPr>
            <a:r>
              <a:t>• High: 2</a:t>
            </a:r>
          </a:p>
          <a:p>
            <a:pPr>
              <a:spcAft>
                <a:spcPts val="800"/>
              </a:spcAft>
              <a:defRPr sz="1400"/>
            </a:pPr>
            <a:r>
              <a:t>• Medium: 1</a:t>
            </a:r>
          </a:p>
          <a:p>
            <a:pPr>
              <a:spcAft>
                <a:spcPts val="800"/>
              </a:spcAft>
              <a:defRPr sz="1400"/>
            </a:pPr>
            <a:r>
              <a:t>• Low: 1</a:t>
            </a:r>
          </a:p>
          <a:p>
            <a:pPr>
              <a:spcAft>
                <a:spcPts val="800"/>
              </a:spcAft>
              <a:defRPr sz="1400"/>
            </a:pPr>
            <a:r>
              <a:t>• Info: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Assessment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Quick target fingerprint completed</a:t>
            </a:r>
          </a:p>
          <a:p>
            <a:pPr>
              <a:spcAft>
                <a:spcPts val="800"/>
              </a:spcAft>
              <a:defRPr sz="1400"/>
            </a:pPr>
            <a:r>
              <a:t>• Safe enumeration completed</a:t>
            </a:r>
          </a:p>
          <a:p>
            <a:pPr>
              <a:spcAft>
                <a:spcPts val="800"/>
              </a:spcAft>
              <a:defRPr sz="1400"/>
            </a:pPr>
            <a:r>
              <a:t>• Triage findings and context prepared</a:t>
            </a:r>
          </a:p>
          <a:p>
            <a:pPr>
              <a:spcAft>
                <a:spcPts val="800"/>
              </a:spcAft>
              <a:defRPr sz="1400"/>
            </a:pPr>
            <a:r>
              <a:t>• Published report and remediation prepared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Top Findings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CVSS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header: missing CSP header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header: missing HSTS header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banner: server banner exposed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A745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header: missing X-Content-Type-Options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QS-001 — header: missing CSP header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header: missing CSP header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onlinebookfair.net</a:t>
            </a: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Fix: Remediate the issue and confirm the fix in a follow-up validation scan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Reduce unnecessary exposure and monitor for unexpected access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QS-002 — header: missing HSTS header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header: missing HSTS header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onlinebookfair.net</a:t>
            </a: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Fix: Apply the missing security header or control and verify it in a follow-up scan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Reduce unnecessary exposure and monitor for unexpected access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QS-003 — banner: server banner exposed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FC107"/>
                </a:solidFill>
              </a:defRPr>
            </a:pPr>
            <a:r>
              <a:t>MEDIUM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banner: server banner exposed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onlinebookfair.net</a:t>
            </a: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Fix: Remediate the issue and confirm the fix in a follow-up validation scan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Reduce unnecessary exposure and monitor for unexpected access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Remediation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Immediate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QS-001: Remediate the issue and confirm the fix in a follow-up validation scan</a:t>
            </a:r>
          </a:p>
          <a:p>
            <a:pPr>
              <a:spcAft>
                <a:spcPts val="800"/>
              </a:spcAft>
              <a:defRPr sz="1400"/>
            </a:pPr>
            <a:r>
              <a:t>• QS-002: Apply the missing security header or control and verify it in a follow-up 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Planned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QS-003: Remediate the issue and confirm the fix in a follow-up validation scan</a:t>
            </a:r>
          </a:p>
          <a:p>
            <a:pPr>
              <a:spcAft>
                <a:spcPts val="800"/>
              </a:spcAft>
              <a:defRPr sz="1400"/>
            </a:pPr>
            <a:r>
              <a:t>• QS-004: Remediate the issue and confirm the fix in a follow-up validation scan</a:t>
            </a:r>
          </a:p>
          <a:p>
            <a:pPr>
              <a:spcAft>
                <a:spcPts val="800"/>
              </a:spcAft>
              <a:defRPr sz="1400"/>
            </a:pPr>
            <a:r>
              <a:t>• Exposure Management: Reduce unnecessary exposure and monitor for unexpected access</a:t>
            </a:r>
          </a:p>
          <a:p>
            <a:pPr>
              <a:spcAft>
                <a:spcPts val="800"/>
              </a:spcAft>
              <a:defRPr sz="1400"/>
            </a:pPr>
            <a:r>
              <a:t>• Patch and Validation Workflow: Maintain a regular patching schedule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