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Pentest Report — hardwareLockV2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14,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MEDIUM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hardwareLockV2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3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MEDIUM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F-001: Local authorization configuration can be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F-002: Encrypted vault remained the effective</a:t>
            </a: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F-003: Phoenix recovery chain is critical but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Scope, ROE, and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type: structured pentest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Rules of engagement: per authorized engagement scope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Limitation: findings require manual validation before being treated as confirmed vulnerabilities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Method: Recon, Enumeration, Analysis,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3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Findings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Local authorization configuration can be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Encrypted vault remained the effective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Phoenix recovery chain is critical but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F-001 — Local authorization configuration can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Status: reported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Local authorization configuration can be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hardwareLockV2 local authorization layer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F-002 — Encrypted vault remained the effective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Status: reported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Encrypted vault remained the effective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/var/lib/nctv-phoenix/vault.img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F-003 — Phoenix recovery chain is critical but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Status: reported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Risk: Phoenix recovery chain is critical but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hardwareLockV2 guarded runtime recovery path</a:t>
            </a: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Fix: Treat Phoenix installer artifacts, recovery media, and provenance records as critical assets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and Retest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F-001: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F-002: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F-003: Treat Phoenix installer artifacts, recovery media, and provenance records as critical assets</a:t>
            </a:r>
          </a:p>
          <a:p>
            <a:pPr>
              <a:spcAft>
                <a:spcPts val="800"/>
              </a:spcAft>
              <a:defRPr sz="1400"/>
            </a:pPr>
            <a:r>
              <a:t>• Authorization Integrity: Replace editable plaintext authorization tuples with tamper-evident or hardware-backed authorization data</a:t>
            </a:r>
          </a:p>
          <a:p>
            <a:pPr>
              <a:spcAft>
                <a:spcPts val="800"/>
              </a:spcAft>
              <a:defRPr sz="1400"/>
            </a:pPr>
            <a:r>
              <a:t>• Recovery Provenance: Maintain secure, documented, and recoverable copies of Phoenix installer artifacts and approved repair media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and Retest Roadmap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additional immediate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Operational Resilience: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Monitoring: Reduce unnecessary exposure and monitor for unexpected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Cleanup, Residual Risk,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Cleanup: no target-side cleanup actions were captured by this reporting workflow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Residual risk: triage candidates may still indicate real exposure until manually validated and remediated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