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56032"/>
            <a:ext cx="3017520" cy="526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1508760"/>
            <a:ext cx="9966960" cy="7315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9FA"/>
                </a:solidFill>
              </a:defRPr>
            </a:pPr>
            <a:r>
              <a:t>Penetration Test Report — G10 (192.168.0.21)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8B847"/>
                </a:solidFill>
              </a:defRPr>
            </a:pPr>
            <a:r>
              <a:t>Security Assessment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DB5BD"/>
                </a:solidFill>
              </a:defRPr>
            </a:pPr>
            <a:r>
              <a:t>March 24,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486400"/>
            <a:ext cx="2133295" cy="54864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9FA"/>
                </a:solidFill>
              </a:defRPr>
            </a:pPr>
            <a:r>
              <a:t>Risk: MEDIUM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Target: 192.168.0.21 (PC G10)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Findings: 5 issues identified</a:t>
            </a:r>
          </a:p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Highest risk: MEDIUM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VULN-001: Remote admin surface is broad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VULN-002: WinRM Over HTTP (Cleartext Risk)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VULN-005: SMB Signing Not Enforced (Relay Risk)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5 hardening themes included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Risk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Severity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Critical: 0</a:t>
            </a:r>
          </a:p>
          <a:p>
            <a:pPr>
              <a:spcAft>
                <a:spcPts val="800"/>
              </a:spcAft>
              <a:defRPr sz="1400"/>
            </a:pPr>
            <a:r>
              <a:t>• High: 0</a:t>
            </a:r>
          </a:p>
          <a:p>
            <a:pPr>
              <a:spcAft>
                <a:spcPts val="800"/>
              </a:spcAft>
              <a:defRPr sz="1400"/>
            </a:pPr>
            <a:r>
              <a:t>• Medium: 3</a:t>
            </a:r>
          </a:p>
          <a:p>
            <a:pPr>
              <a:spcAft>
                <a:spcPts val="800"/>
              </a:spcAft>
              <a:defRPr sz="1400"/>
            </a:pPr>
            <a:r>
              <a:t>• Low: 2</a:t>
            </a:r>
          </a:p>
          <a:p>
            <a:pPr>
              <a:spcAft>
                <a:spcPts val="800"/>
              </a:spcAft>
              <a:defRPr sz="1400"/>
            </a:pPr>
            <a:r>
              <a:t>• Info: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Assessment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Host reachable and fingerprinted</a:t>
            </a:r>
          </a:p>
          <a:p>
            <a:pPr>
              <a:spcAft>
                <a:spcPts val="800"/>
              </a:spcAft>
              <a:defRPr sz="1400"/>
            </a:pPr>
            <a:r>
              <a:t>• Services enumerated with versions</a:t>
            </a:r>
          </a:p>
          <a:p>
            <a:pPr>
              <a:spcAft>
                <a:spcPts val="800"/>
              </a:spcAft>
              <a:defRPr sz="1400"/>
            </a:pPr>
            <a:r>
              <a:t>• Safe vulnerability checks executed</a:t>
            </a:r>
          </a:p>
          <a:p>
            <a:pPr>
              <a:spcAft>
                <a:spcPts val="800"/>
              </a:spcAft>
              <a:defRPr sz="1400"/>
            </a:pPr>
            <a:r>
              <a:t>• Report and remediation prepared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Top Findings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77295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48639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CVSS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VULN-001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Remote admin surface is broad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VULN-002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WinRM Over HTTP (Cleartext Risk)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VULN-005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SMB Signing Not Enforced (Relay Risk)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VULN-003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A745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WS-Discovery API Exposed</a:t>
                      </a:r>
                    </a:p>
                  </a:txBody>
                  <a:tcPr/>
                </a:tc>
              </a:tr>
              <a:tr h="54864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VULN-004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A745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RDP leaks host metadata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VULN-001 — Remote admin surface is broad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FC107"/>
                </a:solidFill>
              </a:defRPr>
            </a:pPr>
            <a:r>
              <a:t>MEDIUM — CVSS 5.3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Remote admin surface is broad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192.168.0.21 - Ports 3389 (RDP), 5985 (WinRM),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Disable service if not required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Limit access to admin systems only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VULN-002 — WinRM Over HTTP (Cleartext Risk)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FC107"/>
                </a:solidFill>
              </a:defRPr>
            </a:pPr>
            <a:r>
              <a:t>MEDIUM — CVSS 5.9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WinRM Over HTTP (Cleartext Risk)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192.168.0.21:5985/tcp (wsman)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Disable service if not required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Limit access to admin systems only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VULN-005 — SMB Signing Not Enforced (Relay Risk)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FC107"/>
                </a:solidFill>
              </a:defRPr>
            </a:pPr>
            <a:r>
              <a:t>MEDIUM — CVSS 6.5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SMB Signing Not Enforced (Relay Risk)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192.168.0.21:445/tcp (SMB)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Verify SMB signing is required: Run 'Get-SmbServerConfiguration |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Alert on suspicious remote access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Remediation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Immediate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No immediate actions recorded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Planned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VULN-001: Disable service if not required</a:t>
            </a:r>
          </a:p>
          <a:p>
            <a:pPr>
              <a:spcAft>
                <a:spcPts val="800"/>
              </a:spcAft>
              <a:defRPr sz="1400"/>
            </a:pPr>
            <a:r>
              <a:t>• VULN-002: Disable service if not required</a:t>
            </a:r>
          </a:p>
          <a:p>
            <a:pPr>
              <a:spcAft>
                <a:spcPts val="800"/>
              </a:spcAft>
              <a:defRPr sz="1400"/>
            </a:pPr>
            <a:r>
              <a:t>• VULN-005: Verify SMB signing is required: Run 'Get-SmbServerConfiguration |</a:t>
            </a:r>
          </a:p>
          <a:p>
            <a:pPr>
              <a:spcAft>
                <a:spcPts val="800"/>
              </a:spcAft>
              <a:defRPr sz="1400"/>
            </a:pPr>
            <a:r>
              <a:t>• VULN-003: Restrict with host firewall</a:t>
            </a:r>
          </a:p>
          <a:p>
            <a:pPr>
              <a:spcAft>
                <a:spcPts val="800"/>
              </a:spcAft>
              <a:defRPr sz="1400"/>
            </a:pPr>
            <a:r>
              <a:t>• Network Security: Limit access to admin systems only</a:t>
            </a:r>
          </a:p>
          <a:p>
            <a:pPr>
              <a:spcAft>
                <a:spcPts val="800"/>
              </a:spcAft>
              <a:defRPr sz="1400"/>
            </a:pPr>
            <a:r>
              <a:t>• Access Control: Limit access to admin systems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