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6032"/>
            <a:ext cx="3017520" cy="52631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97280" y="1508760"/>
            <a:ext cx="9966960" cy="7315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9FA"/>
                </a:solidFill>
              </a:defRPr>
            </a:pPr>
            <a:r>
              <a:t>Penetration Test Report (Quick Scan) — onlinebookfair.net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8B847"/>
                </a:solidFill>
              </a:defRPr>
            </a:pPr>
            <a:r>
              <a:t>Security Assessment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DB5BD"/>
                </a:solidFill>
              </a:defRPr>
            </a:pPr>
            <a:r>
              <a:t>April 08,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5486400"/>
            <a:ext cx="2133295" cy="548640"/>
          </a:xfrm>
          <a:prstGeom prst="roundRect">
            <a:avLst/>
          </a:prstGeom>
          <a:solidFill>
            <a:srgbClr val="17A2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8F9FA"/>
                </a:solidFill>
              </a:defRPr>
            </a:pPr>
            <a:r>
              <a:t>Risk: INFO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800">
                <a:solidFill>
                  <a:srgbClr val="FD7E14"/>
                </a:solidFill>
              </a:defRPr>
            </a:pPr>
            <a:r>
              <a:t>• Quick scan profile `webapp` ran against `onlinebookfair.net` in `safe` mode and treated the target as a Vercel-hosted Next.js application serving as a public catalog or content-style surface, capturing 5 meaningful candidate observations with highest provisional severity `High`.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These results are triage-oriented and should be manually validated before being treated as confirmed vulnerabilities.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This quick scan adapted its framing toward: deployment metadata, response header posture, and frontend routing clues, server-rendered route behavior and cache/header consistency across rendered pages, deployment-layer clues from vercel hosting.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7172F"/>
                </a:solidFill>
              </a:defRPr>
            </a:pPr>
            <a:r>
              <a:t>Target Fingerprint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appears to be a Vercel-hosted Next.js application serving as a public catalog or content-style surface.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framework indicators: `nextjs`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Observed deployment indicators: `vercel`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Target traits inferred from artifacts: `catalog-like`, `ssr-or-hybrid`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Title hints: `Online Book Fair`</a:t>
            </a:r>
          </a:p>
          <a:p>
            <a:pPr>
              <a:spcAft>
                <a:spcPts val="1200"/>
              </a:spcAft>
              <a:defRPr sz="1800">
                <a:solidFill>
                  <a:srgbClr val="07172F"/>
                </a:solidFill>
              </a:defRPr>
            </a:pPr>
            <a:r>
              <a:t>• Report emphasis for this target: deployment metadata, response header posture, and frontend routing clues, server-rendered route behavior and cache/header consistency across rendered pages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Risk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Severity 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Critical: 0</a:t>
            </a:r>
          </a:p>
          <a:p>
            <a:pPr>
              <a:spcAft>
                <a:spcPts val="800"/>
              </a:spcAft>
              <a:defRPr sz="1400"/>
            </a:pPr>
            <a:r>
              <a:t>• High: 0</a:t>
            </a:r>
          </a:p>
          <a:p>
            <a:pPr>
              <a:spcAft>
                <a:spcPts val="800"/>
              </a:spcAft>
              <a:defRPr sz="1400"/>
            </a:pPr>
            <a:r>
              <a:t>• Medium: 0</a:t>
            </a:r>
          </a:p>
          <a:p>
            <a:pPr>
              <a:spcAft>
                <a:spcPts val="800"/>
              </a:spcAft>
              <a:defRPr sz="1400"/>
            </a:pPr>
            <a:r>
              <a:t>• Low: 0</a:t>
            </a:r>
          </a:p>
          <a:p>
            <a:pPr>
              <a:spcAft>
                <a:spcPts val="800"/>
              </a:spcAft>
              <a:defRPr sz="1400"/>
            </a:pPr>
            <a:r>
              <a:t>• Info: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Assessment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Quick target fingerprint completed</a:t>
            </a:r>
          </a:p>
          <a:p>
            <a:pPr>
              <a:spcAft>
                <a:spcPts val="800"/>
              </a:spcAft>
              <a:defRPr sz="1400"/>
            </a:pPr>
            <a:r>
              <a:t>• Safe enumeration completed</a:t>
            </a:r>
          </a:p>
          <a:p>
            <a:pPr>
              <a:spcAft>
                <a:spcPts val="800"/>
              </a:spcAft>
              <a:defRPr sz="1400"/>
            </a:pPr>
            <a:r>
              <a:t>• Triage findings and context prepared</a:t>
            </a:r>
          </a:p>
          <a:p>
            <a:pPr>
              <a:spcAft>
                <a:spcPts val="800"/>
              </a:spcAft>
              <a:defRPr sz="1400"/>
            </a:pPr>
            <a:r>
              <a:t>• Published report and remediation prepared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57032" y="164592"/>
            <a:ext cx="3246120" cy="530352"/>
          </a:xfrm>
          <a:prstGeom prst="roundRect">
            <a:avLst/>
          </a:prstGeom>
          <a:solidFill>
            <a:srgbClr val="0717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ncompass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1168"/>
            <a:ext cx="3017520" cy="5263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38912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7172F"/>
                </a:solidFill>
              </a:defRPr>
            </a:pPr>
            <a:r>
              <a:t>Remediation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2472" y="1234440"/>
            <a:ext cx="27432" cy="5029200"/>
          </a:xfrm>
          <a:prstGeom prst="rect">
            <a:avLst/>
          </a:prstGeom>
          <a:solidFill>
            <a:srgbClr val="58B8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Immediate Priority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No immediate actions recorded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188720"/>
            <a:ext cx="5394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7172F"/>
                </a:solidFill>
              </a:defRPr>
            </a:pPr>
            <a:r>
              <a:t>Planned Hardening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Exposure Management: Reduce unnecessary exposure and monitor for unexpected access</a:t>
            </a:r>
          </a:p>
          <a:p>
            <a:pPr>
              <a:spcAft>
                <a:spcPts val="800"/>
              </a:spcAft>
              <a:defRPr sz="1400"/>
            </a:pPr>
            <a:r>
              <a:t>• Patch and Validation Workflow: Maintain a regular patching schedule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