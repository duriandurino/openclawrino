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Pentest Report — setup.enc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setup.enc (PlayerV2 installer artifact,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V-SETUP-001: Encrypted installer remains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V-SETUP-002: Companion trust metadata was not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V-SETUP-003: Repeated false-positive decrypt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V-SETUP-004: Recovery and audit depend on undisclosed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5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3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V-SETUP-001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Encrypted installer remains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V-SETUP-002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Companion trust metadata was not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V-SETUP-003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Repeated false-positive decrypt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V-SETUP-004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Recovery and audit depend on undisclosed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V-SETUP-001 — Encrypted installer remains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Encrypted installer remains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engagements/playerv2-artifacts/inbound/setup.enc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Require a controlled decrypt-then-review workflow before any installation or execution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Treat encrypted setup blobs as opaque containers rather than trusted installers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V-SETUP-002 — Companion trust metadata was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Companion trust metadata was not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engagements/playerv2-artifacts/inbound/setup.enc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V-SETUP-003 — Repeated false-positive decrypt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Repeated false-positive decrypt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Exposure: setup.enc analysis workflow and any future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V-SETUP-004 — Recovery and audit depend on undisclosed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Recovery and audit depend on undisclosed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setup.enc operational key-handling and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V-SETUP-001: Require a controlled decrypt-then-review workflow before any installation or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V-SETUP-002: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V-SETUP-003: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V-SETUP-004: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Release Provenance and Integrity: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Controlled Decrypt-and-Review Workflow: Reduce unnecessary exposure and monitor for unexpected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additional immediate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Key Custody and Recovery: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Decryption Validation SOP: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Security Architecture Review: Reduce unnecessary exposure and monitor for unexpected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