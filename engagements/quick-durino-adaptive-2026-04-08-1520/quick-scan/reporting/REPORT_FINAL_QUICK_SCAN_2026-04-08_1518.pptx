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`durino.vercel.app` in `safe` mode and treated the target as a Vercel-hosted Next.js application serving as a public portfolio-style surface, capturing 5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portfolio-style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`api-backed`, `portfolio-like`,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`Adrian Alejandrino | Product Solutions Engineer`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4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CSP header not set in Vercel edge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Title: Adrian Alejandrino \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X-Content-Type-Options: nosniff not set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X-Frame-Options header not set (Next.js)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Server banner exposed (Vercel)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CSP header not set in Vercel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CSP header not set in Vercel edge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Title: Adrian Alejandrino \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Title: Adrian Alejandrino \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X-Content-Type-Options: nosniff not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X-Content-Type-Options: nosniff not set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durino.vercel.app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Keep the service fully patched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QS-002: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QS-003: Keep the service fully patched</a:t>
            </a:r>
          </a:p>
          <a:p>
            <a:pPr>
              <a:spcAft>
                <a:spcPts val="800"/>
              </a:spcAft>
              <a:defRPr sz="1400"/>
            </a:pPr>
            <a:r>
              <a:t>• QS-004: Keep the service fully patched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QS-005: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