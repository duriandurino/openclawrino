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Pentest Report — G9 (Branded)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24,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G9 (192.168.0.227)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1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LOW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G9-001: RDP supports legacy TLS 1.0 and TLS 1.1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0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1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G9-001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RDP supports legacy TLS 1.0 and TLS 1.1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G9-001 — RDP supports legacy TLS 1.0 and TLS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3.1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RDP supports legacy TLS 1.0 and TLS 1.1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192.168.0.227:3389 (RDP)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Disable service if not required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Limit access to admin systems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immediate actions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G9-001: Disable service if not required</a:t>
            </a:r>
          </a:p>
          <a:p>
            <a:pPr>
              <a:spcAft>
                <a:spcPts val="800"/>
              </a:spcAft>
              <a:defRPr sz="1400"/>
            </a:pPr>
            <a:r>
              <a:t>• Remote Administration Exposure: Limit access to admin systems only</a:t>
            </a:r>
          </a:p>
          <a:p>
            <a:pPr>
              <a:spcAft>
                <a:spcPts val="800"/>
              </a:spcAft>
              <a:defRPr sz="1400"/>
            </a:pPr>
            <a:r>
              <a:t>• Legacy Protocol Reduction: Disable NetBIOS over TCP/IP if no legacy dependency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