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https://www.onlinebookfair.net/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06,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https://www.onlinebookfair.net/ (Quick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QS-001: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QS-002: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QS-003: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https://www.onlinebookfair.net/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https://www.onlinebookfair.net/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https://www.onlinebookfair.net/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