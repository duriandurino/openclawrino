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192.168.0.112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27,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192.168.0.112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RDP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SMB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WinRM/HTTP management surface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4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WinRM/HTTP management surface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MySQL service exposed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RDP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RDP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VPN or jump host access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SMB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SMB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WinRM/HTTP management surface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WinRM/HTTP management surface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192.168.0.112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WinRM to trusted administration networks, prefer HTTPS/5986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Require VPN or jump host access</a:t>
            </a:r>
          </a:p>
          <a:p>
            <a:pPr>
              <a:spcAft>
                <a:spcPts val="800"/>
              </a:spcAft>
              <a:defRPr sz="1400"/>
            </a:pPr>
            <a:r>
              <a:t>• QS-002: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QS-003: Restrict WinRM to trusted administration networks, prefer HTTPS/5986</a:t>
            </a:r>
          </a:p>
          <a:p>
            <a:pPr>
              <a:spcAft>
                <a:spcPts val="800"/>
              </a:spcAft>
              <a:defRPr sz="1400"/>
            </a:pPr>
            <a:r>
              <a:t>• QS-004: Disable service if not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Exposure Management: Use quick scan as triage only, then validate high-risk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