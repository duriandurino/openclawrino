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06,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https://durino.vercel.app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Apply the missing security control, then verify the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observation manually, document whether it is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Apply the missing security control, then verify the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control, then verify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observation manually, document whether it is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control, then verify the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control, then verify the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Use quick scan as triage only, then validate high-risk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