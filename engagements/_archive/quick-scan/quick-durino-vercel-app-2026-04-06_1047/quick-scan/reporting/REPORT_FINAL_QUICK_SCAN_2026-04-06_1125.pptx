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56032"/>
            <a:ext cx="3017520" cy="526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97280" y="1508760"/>
            <a:ext cx="9966960" cy="7315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8F9FA"/>
                </a:solidFill>
              </a:defRPr>
            </a:pPr>
            <a:r>
              <a:t>Penetration Test Report (Quick Scan) — https://durino.vercel.app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8B847"/>
                </a:solidFill>
              </a:defRPr>
            </a:pPr>
            <a:r>
              <a:t>Security Assessment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63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DB5BD"/>
                </a:solidFill>
              </a:defRPr>
            </a:pPr>
            <a:r>
              <a:t>April 06,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5486400"/>
            <a:ext cx="2133295" cy="548640"/>
          </a:xfrm>
          <a:prstGeom prst="round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8F9FA"/>
                </a:solidFill>
              </a:defRPr>
            </a:pPr>
            <a:r>
              <a:t>Risk: HIGH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Target: https://durino.vercel.app (Quick Scan)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Findings: 4 issues identified</a:t>
            </a:r>
          </a:p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Highest risk: HIGH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QS-001: header: missing CSP header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QS-002: banner: server banner exposed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QS-003: header: missing X-Content-Type-Options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3 hardening themes included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Risk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Severity Counts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Critical: 0</a:t>
            </a:r>
          </a:p>
          <a:p>
            <a:pPr>
              <a:spcAft>
                <a:spcPts val="800"/>
              </a:spcAft>
              <a:defRPr sz="1400"/>
            </a:pPr>
            <a:r>
              <a:t>• High: 1</a:t>
            </a:r>
          </a:p>
          <a:p>
            <a:pPr>
              <a:spcAft>
                <a:spcPts val="800"/>
              </a:spcAft>
              <a:defRPr sz="1400"/>
            </a:pPr>
            <a:r>
              <a:t>• Medium: 1</a:t>
            </a:r>
          </a:p>
          <a:p>
            <a:pPr>
              <a:spcAft>
                <a:spcPts val="800"/>
              </a:spcAft>
              <a:defRPr sz="1400"/>
            </a:pPr>
            <a:r>
              <a:t>• Low: 2</a:t>
            </a:r>
          </a:p>
          <a:p>
            <a:pPr>
              <a:spcAft>
                <a:spcPts val="800"/>
              </a:spcAft>
              <a:defRPr sz="1400"/>
            </a:pPr>
            <a:r>
              <a:t>• Info: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Assessment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Host reachable and fingerprinted</a:t>
            </a:r>
          </a:p>
          <a:p>
            <a:pPr>
              <a:spcAft>
                <a:spcPts val="800"/>
              </a:spcAft>
              <a:defRPr sz="1400"/>
            </a:pPr>
            <a:r>
              <a:t>• Services enumerated with versions</a:t>
            </a:r>
          </a:p>
          <a:p>
            <a:pPr>
              <a:spcAft>
                <a:spcPts val="800"/>
              </a:spcAft>
              <a:defRPr sz="1400"/>
            </a:pPr>
            <a:r>
              <a:t>• Safe vulnerability checks executed</a:t>
            </a:r>
          </a:p>
          <a:p>
            <a:pPr>
              <a:spcAft>
                <a:spcPts val="800"/>
              </a:spcAft>
              <a:defRPr sz="1400"/>
            </a:pPr>
            <a:r>
              <a:t>• Report and remediation prepared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Top Findings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1127729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CVSS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Finding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QS-001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D7E14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header: missing CSP header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QS-002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C107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banner: server banner exposed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QS-003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A745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header: missing X-Content-Type-Options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QS-004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A745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header: missing X-Frame-Options header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QS-001 — header: missing CSP header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HIGH — CVSS N/A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Risk: header: missing CSP header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Exposure: https://durino.vercel.app</a:t>
            </a:r>
          </a:p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Fix: Apply the missing security header or control and verify it in a follow-up scan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Alert on suspicious access patterns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QS-002 — banner: server banner exposed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FC107"/>
                </a:solidFill>
              </a:defRPr>
            </a:pPr>
            <a:r>
              <a:t>MEDIUM — CVSS N/A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Risk: banner: server banner exposed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Exposure: https://durino.vercel.app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Validate the exposure manually and harden the service if it is unnecessary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Alert on suspicious access patterns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QS-003 — header: missing X-Content-Type-Options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LOW — CVSS N/A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Risk: header: missing X-Content-Type-Options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Exposure: https://durino.vercel.app</a:t>
            </a:r>
          </a:p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Fix: Apply the missing security header or control and verify it in a follow-up scan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Alert on suspicious access patterns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Remediation 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Immediate Priority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QS-001: Apply the missing security header or control and verify it in a follow-up scan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Planned Hardening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QS-002: Validate the exposure manually and harden the service if it is unnecessary</a:t>
            </a:r>
          </a:p>
          <a:p>
            <a:pPr>
              <a:spcAft>
                <a:spcPts val="800"/>
              </a:spcAft>
              <a:defRPr sz="1400"/>
            </a:pPr>
            <a:r>
              <a:t>• QS-003: Apply the missing security header or control and verify it in a follow-up scan</a:t>
            </a:r>
          </a:p>
          <a:p>
            <a:pPr>
              <a:spcAft>
                <a:spcPts val="800"/>
              </a:spcAft>
              <a:defRPr sz="1400"/>
            </a:pPr>
            <a:r>
              <a:t>• QS-004: Apply the missing security header or control and verify it in a follow-up scan</a:t>
            </a:r>
          </a:p>
          <a:p>
            <a:pPr>
              <a:spcAft>
                <a:spcPts val="800"/>
              </a:spcAft>
              <a:defRPr sz="1400"/>
            </a:pPr>
            <a:r>
              <a:t>• Exposure Management: Reduce unnecessary exposure and monitor for unexpected access</a:t>
            </a:r>
          </a:p>
          <a:p>
            <a:pPr>
              <a:spcAft>
                <a:spcPts val="800"/>
              </a:spcAft>
              <a:defRPr sz="1400"/>
            </a:pPr>
            <a:r>
              <a:t>• Administrative Surface Reduction: Limit access to admin systems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