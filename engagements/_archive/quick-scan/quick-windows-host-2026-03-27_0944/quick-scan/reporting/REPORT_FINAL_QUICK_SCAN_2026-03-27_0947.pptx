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192.168.0.112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27,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192.168.0.112 (Quick Scan)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12 issues identified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Highest risk: HIGH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QS-001: 5985 — http: Apache HTTP Server 2.4.49 -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QS-002: 3306 — mysql: Active Calendar 1.2 -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QS-003: 3306 — mysql: Advanced Poll 2.0 -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3 hardening themes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12</a:t>
            </a:r>
          </a:p>
          <a:p>
            <a:pPr>
              <a:spcAft>
                <a:spcPts val="800"/>
              </a:spcAft>
              <a:defRPr sz="1400"/>
            </a:pPr>
            <a:r>
              <a:t>• Medium: 0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Host reachable and fingerprinted</a:t>
            </a:r>
          </a:p>
          <a:p>
            <a:pPr>
              <a:spcAft>
                <a:spcPts val="800"/>
              </a:spcAft>
              <a:defRPr sz="1400"/>
            </a:pPr>
            <a:r>
              <a:t>• Services enumerated with versions</a:t>
            </a:r>
          </a:p>
          <a:p>
            <a:pPr>
              <a:spcAft>
                <a:spcPts val="800"/>
              </a:spcAft>
              <a:defRPr sz="1400"/>
            </a:pPr>
            <a:r>
              <a:t>• Safe vulnerability checks executed</a:t>
            </a:r>
          </a:p>
          <a:p>
            <a:pPr>
              <a:spcAft>
                <a:spcPts val="800"/>
              </a:spcAft>
              <a:defRPr sz="1400"/>
            </a:pPr>
            <a:r>
              <a:t>•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5985 — http: Apache HTTP Server 2.4.49 -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3306 — mysql: Active Calendar 1.2 -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3306 — mysql: Advanced Poll 2.0 -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3306 — mysql: Agora 1.4 RC1 -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3306 — mysql: Asterisk 'asterisk-addons'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3306 — mysql: Banex PHP MySQL Banner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QS-001 — 5985 — http: Apache HTTP Server 2.4.49 -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5985 — http: Apache HTTP Server 2.4.49 -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192.168.0.112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Restrict WinRM to trusted administration networks, prefer HTTPS/5986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remote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QS-002 — 3306 — mysql: Active Calendar 1.2 -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3306 — mysql: Active Calendar 1.2 -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192.168.0.112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Disable service if not required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Limit access to admin systems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QS-003 — 3306 — mysql: Advanced Poll 2.0 -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3306 — mysql: Advanced Poll 2.0 -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192.168.0.112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Disable service if not required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Limit access to admin systems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QS-001: Restrict WinRM to trusted administration networks, prefer HTTPS/5986</a:t>
            </a:r>
          </a:p>
          <a:p>
            <a:pPr>
              <a:spcAft>
                <a:spcPts val="800"/>
              </a:spcAft>
              <a:defRPr sz="1400"/>
            </a:pPr>
            <a:r>
              <a:t>• QS-002: Disable service if not required</a:t>
            </a:r>
          </a:p>
          <a:p>
            <a:pPr>
              <a:spcAft>
                <a:spcPts val="800"/>
              </a:spcAft>
              <a:defRPr sz="1400"/>
            </a:pPr>
            <a:r>
              <a:t>• QS-003: Disable service if not required</a:t>
            </a:r>
          </a:p>
          <a:p>
            <a:pPr>
              <a:spcAft>
                <a:spcPts val="800"/>
              </a:spcAft>
              <a:defRPr sz="1400"/>
            </a:pPr>
            <a:r>
              <a:t>• QS-004: Disable service if not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Exposure Management: Use quick scan as triage only, then validate high-risk</a:t>
            </a:r>
          </a:p>
          <a:p>
            <a:pPr>
              <a:spcAft>
                <a:spcPts val="800"/>
              </a:spcAft>
              <a:defRPr sz="1400"/>
            </a:pPr>
            <a:r>
              <a:t>• Administrative Surface Reduction: Limit access to admin systems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