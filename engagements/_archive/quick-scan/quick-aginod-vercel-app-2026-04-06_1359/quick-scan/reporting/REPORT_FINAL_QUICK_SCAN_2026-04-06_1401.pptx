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https://aginod.vercel.app/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06,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https://aginod.vercel.app/ (Quick Scan)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5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Title: Aginod - Relief Tracker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Title: Aginod - Relief Tracker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https://aginod.vercel.app/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Title: Aginod - Relief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Title: Aginod - Relief Tracker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https://aginod.vercel.app/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https://aginod.vercel.app/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QS-005: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