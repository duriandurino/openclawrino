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Vault Decryption Pentest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20,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N-Compass TV Vault Decryption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3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Highest risk: CRITICAL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V-012: Hardcoded Vault Passphrase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• V-013: Newline-Sensitive Passphrase Flow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V-014: Device-Bound Vault Key Exposure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2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2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Hardcoded Vault Passphrase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Newline-Sensitive Passphrase Flow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Device-Bound Vault Key Exposure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V-012 — Hardcoded Vault Passphrase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Hardcoded Vault Passphrase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N-Compass TV Vault (vault.img)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Move key material off device, prompt for passphrase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remote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V-013 — Newline-Sensitive Passphrase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Risk: Newline-Sensitive Passphrase Flow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Vault unlock script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key files or protected key slots instead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Implement passphrase validation with key files, store secrets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V-014 — Device-Bound Vault Key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Device-Bound Vault Key Exposure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Player source tree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per-device key material stored securely, incorporate tamper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remote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V-012: Move key material off device, prompt for passphrase</a:t>
            </a:r>
          </a:p>
          <a:p>
            <a:pPr>
              <a:spcAft>
                <a:spcPts val="800"/>
              </a:spcAft>
              <a:defRPr sz="1400"/>
            </a:pPr>
            <a:r>
              <a:t>• V-013: Use key files or protected key slots instead</a:t>
            </a:r>
          </a:p>
          <a:p>
            <a:pPr>
              <a:spcAft>
                <a:spcPts val="800"/>
              </a:spcAft>
              <a:defRPr sz="1400"/>
            </a:pPr>
            <a:r>
              <a:t>• V-014: Use per-device key material stored securely, incorporate tamper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Secret Management: Store vault passphrases in dedicated KMS/TPM hardware instead</a:t>
            </a:r>
          </a:p>
          <a:p>
            <a:pPr>
              <a:spcAft>
                <a:spcPts val="800"/>
              </a:spcAft>
              <a:defRPr sz="1400"/>
            </a:pPr>
            <a:r>
              <a:t>• Local Access Controls: Limit which accounts can execute cryptsetup and remove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