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Encryption Report (Centered Logo)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3 finding(s) on N-Compass TV Vault Decryption.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V-012: Hardcoded Vault Passphrase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V-013: Newline-Sensitive Passphrase Flow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V-014: Device-Bound Vault Key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2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Newline-Sensitive Passphrase Flow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Device-Bound Vault Key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V-012 — Hardcoded Vault Passphrase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LUKS vault is unlocked by a passphrase embedded in hardware_lock.py and derived from the Raspberry Pi serial number.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with local access can decrypt vault.img and access player-server backups, logs, and database snapshots.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Move key material off device, prompt for passphrase entry on device console, avoid storing credentials in source code, and rotate passphrase per device.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Use TPM or secure enclave to seal keys to hardware, require two-factor confirmation for decryption, and monitor /usr/local/bin for unauthorized modifications.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V-013 — Newline-Sensitive Passphrase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Vault unlock requires `echo "passphrase" | sudo cryptsetup open ...` and fails if the newline is omitted, revealing fragile automation. Attackers could replicate this flow with min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A local user or script with sudo privileges can decrypt vault.img instantly; the automation detail lowers the barrier for replication.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key files or protected key slots instead of echoing passphrases, and remove super-user scripting around sensitive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passphrase validation with key files, store secrets in encrypted keystore, and audit sudo scripts for unsafe echo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V-014 — Device-Bound Vault Key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device unlock key relies solely on the Raspberry Pi serial number which is public, so any cloned player can decrypt other vaults if the scripts remain unchanged.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Possessing a single authorized Pi or a buildable clone allows decrypting any vault produced by the same factory script.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per-device key material stored securely, incorporate tamper detection, and enforce hardware unique unlocking (TPM / HSM).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Add code signing for unlock scripts, enforce encrypted key retrieval from a secure service that binds to device identity, and monitor for unauthorized copies in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V-012: Move key material off device, prompt for passphrase entry on device console, avo</a:t>
            </a:r>
          </a:p>
          <a:p>
            <a:pPr>
              <a:spcAft>
                <a:spcPts val="800"/>
              </a:spcAft>
              <a:defRPr sz="1400"/>
            </a:pPr>
            <a:r>
              <a:t>• V-013: Use key files or protected key slots instead of echoing passphrases, and remove </a:t>
            </a:r>
          </a:p>
          <a:p>
            <a:pPr>
              <a:spcAft>
                <a:spcPts val="800"/>
              </a:spcAft>
              <a:defRPr sz="1400"/>
            </a:pPr>
            <a:r>
              <a:t>• V-014: Use per-device key material stored securely, incorporate tamper detection, and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Secret Management: Store vault passphrases in dedicated KMS/TPM hardware instead of plain</a:t>
            </a:r>
          </a:p>
          <a:p>
            <a:pPr>
              <a:spcAft>
                <a:spcPts val="800"/>
              </a:spcAft>
              <a:defRPr sz="1400"/>
            </a:pPr>
            <a:r>
              <a:t>• Local Access Controls: Limit which accounts can execute cryptsetup and remove convenience sud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