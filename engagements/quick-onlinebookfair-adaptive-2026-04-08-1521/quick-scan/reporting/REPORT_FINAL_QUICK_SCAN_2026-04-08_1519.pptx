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Penetration Test Report (Quick Scan) — onlinebookfair.net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April 08,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HIGH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Quick scan profile `webapp` ran against `onlinebookfair.net` in `safe` mode and treated the target as a Vercel-hosted Next.js application serving as a public catalog or content-style surface, capturing 4 meaningful candidate observations with highest provisional severity `High`.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These results are triage-oriented and should be manually validated before being treated as confirmed vulnerabilities.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This quick scan adapted its framing toward: deployment metadata, response header posture, and frontend routing clues, server-rendered route behavior and cache/header consistency across rendered pages, deployment-layer clues from vercel hosting.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Target Fingerprint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Target appears to be a Vercel-hosted Next.js application serving as a public catalog or content-style surface.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Observed framework indicators: `nextjs`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Observed deployment indicators: `vercel`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Target traits inferred from artifacts: `catalog-like`, `ssr-or-hybrid`, `tls-enforced`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Title hints: `Online Book Fair`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Report emphasis for this target: deployment metadata, response header posture, and frontend routing clues, server-rendered route behavior and cache/header consistency across rendered pages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3</a:t>
            </a:r>
          </a:p>
          <a:p>
            <a:pPr>
              <a:spcAft>
                <a:spcPts val="800"/>
              </a:spcAft>
              <a:defRPr sz="1400"/>
            </a:pPr>
            <a:r>
              <a:t>• Medium: 1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Quick target fingerprint completed</a:t>
            </a:r>
          </a:p>
          <a:p>
            <a:pPr>
              <a:spcAft>
                <a:spcPts val="800"/>
              </a:spcAft>
              <a:defRPr sz="1400"/>
            </a:pPr>
            <a:r>
              <a:t>• Safe enumeration completed</a:t>
            </a:r>
          </a:p>
          <a:p>
            <a:pPr>
              <a:spcAft>
                <a:spcPts val="800"/>
              </a:spcAft>
              <a:defRPr sz="1400"/>
            </a:pPr>
            <a:r>
              <a:t>• Triage findings and context prepared</a:t>
            </a:r>
          </a:p>
          <a:p>
            <a:pPr>
              <a:spcAft>
                <a:spcPts val="800"/>
              </a:spcAft>
              <a:defRPr sz="1400"/>
            </a:pPr>
            <a:r>
              <a:t>• Published report and remediation prepared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CSP header not set in Vercel edge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X-Content-Type-Options: nosniff not set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X-Frame-Options header not set (Next.js)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Server banner exposed (Vercel)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QS-001 — CSP header not set in Vercel 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CSP header not set in Vercel edge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onlinebookfair.net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Keep the service fully patched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QS-002 — X-Content-Type-Options: nosniff not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X-Content-Type-Options: nosniff not set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onlinebookfair.net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Keep the service fully patched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QS-003 — X-Frame-Options header not set (Next.js)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X-Frame-Options header not set (Next.js)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onlinebookfair.net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Keep the service fully patched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QS-001: Keep the service fully patched</a:t>
            </a:r>
          </a:p>
          <a:p>
            <a:pPr>
              <a:spcAft>
                <a:spcPts val="800"/>
              </a:spcAft>
              <a:defRPr sz="1400"/>
            </a:pPr>
            <a:r>
              <a:t>• QS-002: Keep the service fully patched</a:t>
            </a:r>
          </a:p>
          <a:p>
            <a:pPr>
              <a:spcAft>
                <a:spcPts val="800"/>
              </a:spcAft>
              <a:defRPr sz="1400"/>
            </a:pPr>
            <a:r>
              <a:t>• QS-003: Keep the service fully patched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QS-004: Remediate the issue and confirm the fix in a follow-up validation scan</a:t>
            </a:r>
          </a:p>
          <a:p>
            <a:pPr>
              <a:spcAft>
                <a:spcPts val="800"/>
              </a:spcAft>
              <a:defRPr sz="1400"/>
            </a:pPr>
            <a:r>
              <a:t>• Exposure Management: Reduce unnecessary exposure and monitor for unexpected access</a:t>
            </a:r>
          </a:p>
          <a:p>
            <a:pPr>
              <a:spcAft>
                <a:spcPts val="800"/>
              </a:spcAft>
              <a:defRPr sz="1400"/>
            </a:pPr>
            <a:r>
              <a:t>• Patch and Validation Workflow: Maintain a regular patching schedule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