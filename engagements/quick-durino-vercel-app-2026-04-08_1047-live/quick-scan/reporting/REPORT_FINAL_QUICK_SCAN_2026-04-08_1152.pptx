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`https://durino.vercel.app` in `safe` mode and treated the target as a Vercel-hosted Next.js application serving as a public portfolio-style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