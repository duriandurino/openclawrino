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https://durino.vercel.app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Quick scan profile `webapp` ran against `https://durino.vercel.app` in `safe` mode and treated the target as a Vercel-hosted Next.js application serving as a public portfolio-style surface, capturing 5 meaningful candidate observations with highest provisional severity `High`.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These results are triage-oriented and should be manually validated before being treated as confirmed vulnerabilities.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This quick scan adapted its framing toward: deployment metadata, response header posture, and frontend routing clues, server-rendered route behavior and cache/header consistency across rendered pages, deployment-layer clues from vercel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Target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appears to be a Vercel-hosted Next.js application serving as a public portfolio-style surface.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framework indicators: `nextjs`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deployment indicators: `vercel`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traits inferred from artifacts: `api-backed`, `portfolio-like`, `ssr-or-hybrid`, `tls-enforced`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Title hints: `Adrian Alejandrino | Product Solutions Engineer`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Report emphasis for this target: deployment metadata, response header posture, and frontend routing clues, server-rendered route behavior and cache/header consistency across rendered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1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X-Frame-Options header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header: missing X-Frame-Options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X-Frame-Options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Decide whether public profile pages should be frameable at all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Remediate the issue and confirm the fix in a follow-up validation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QS-003: Decide whether public profile pages should be frameable at all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Patch and Validation Workflow: Maintain a regular patching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