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https://onlinebookfair.net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`https://onlinebookfair.net` in `safe` mode and treated the target as a Vercel-hosted Next.js application serving as a public catalog or content-style surface, capturing 4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catalog or content-style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`catalog-like`, `ssr-or-hybrid`, `tls-enforced`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`Online Book Fair`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1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header: missing X-Content-Type-Options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Remediate the issue and confirm the fix in a follow-up validation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QS-003: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Patch and Validation Workflow: Maintain a regular patching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