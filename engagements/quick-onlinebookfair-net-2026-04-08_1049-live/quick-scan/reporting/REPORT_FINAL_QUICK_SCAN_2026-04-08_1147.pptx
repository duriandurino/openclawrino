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56032"/>
            <a:ext cx="3017520" cy="52631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097280" y="1508760"/>
            <a:ext cx="9966960" cy="7315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8F9FA"/>
                </a:solidFill>
              </a:defRPr>
            </a:pPr>
            <a:r>
              <a:t>Penetration Test Report (Quick Scan) — https://onlinebookfair.net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6576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58B847"/>
                </a:solidFill>
              </a:defRPr>
            </a:pPr>
            <a:r>
              <a:t>Security Assessment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6634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ADB5BD"/>
                </a:solidFill>
              </a:defRPr>
            </a:pPr>
            <a:r>
              <a:t>April 08,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5486400"/>
            <a:ext cx="2133295" cy="548640"/>
          </a:xfrm>
          <a:prstGeom prst="roundRect">
            <a:avLst/>
          </a:prstGeom>
          <a:solidFill>
            <a:srgbClr val="FD7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8F9FA"/>
                </a:solidFill>
              </a:defRPr>
            </a:pPr>
            <a:r>
              <a:t>Risk: HIGH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Executive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800">
                <a:solidFill>
                  <a:srgbClr val="FD7E14"/>
                </a:solidFill>
              </a:defRPr>
            </a:pPr>
            <a:r>
              <a:t>• Quick scan profile `webapp` ran against `https://onlinebookfair.net` in `safe` mode and treated the target as a Vercel-hosted Next.js application serving as a public catalog or content-style surface, capturing 4 meaningful candidate observations with highest provisional severity `High`.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These results are triage-oriented and should be manually validated before being treated as confirmed vulnerabilities.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This quick scan adapted its framing toward: deployment metadata, response header posture, and frontend routing clues, server-rendered route behavior and cache/header consistency across rendered pages, deployment-layer clues from vercel hosting.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Target Fingerprint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Target appears to be a Vercel-hosted Next.js application serving as a public catalog or content-style surface.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Observed framework indicators: `nextjs`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Observed deployment indicators: `vercel`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Target traits inferred from artifacts: `catalog-like`, `ssr-or-hybrid`, `tls-enforced`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Title hints: `Online Book Fair`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Report emphasis for this target: deployment metadata, response header posture, and frontend routing clues, server-rendered route behavior and cache/header consistency across rendered pages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7172F"/>
                </a:solidFill>
              </a:defRPr>
            </a:pPr>
            <a:r>
              <a:t>Risk Overview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6062472" y="1234440"/>
            <a:ext cx="27432" cy="5029200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Severity Counts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Critical: 0</a:t>
            </a:r>
          </a:p>
          <a:p>
            <a:pPr>
              <a:spcAft>
                <a:spcPts val="800"/>
              </a:spcAft>
              <a:defRPr sz="1400"/>
            </a:pPr>
            <a:r>
              <a:t>• High: 1</a:t>
            </a:r>
          </a:p>
          <a:p>
            <a:pPr>
              <a:spcAft>
                <a:spcPts val="800"/>
              </a:spcAft>
              <a:defRPr sz="1400"/>
            </a:pPr>
            <a:r>
              <a:t>• Medium: 1</a:t>
            </a:r>
          </a:p>
          <a:p>
            <a:pPr>
              <a:spcAft>
                <a:spcPts val="800"/>
              </a:spcAft>
              <a:defRPr sz="1400"/>
            </a:pPr>
            <a:r>
              <a:t>• Low: 2</a:t>
            </a:r>
          </a:p>
          <a:p>
            <a:pPr>
              <a:spcAft>
                <a:spcPts val="800"/>
              </a:spcAft>
              <a:defRPr sz="1400"/>
            </a:pPr>
            <a:r>
              <a:t>• Info: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Assessment 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Quick target fingerprint completed</a:t>
            </a:r>
          </a:p>
          <a:p>
            <a:pPr>
              <a:spcAft>
                <a:spcPts val="800"/>
              </a:spcAft>
              <a:defRPr sz="1400"/>
            </a:pPr>
            <a:r>
              <a:t>• Safe enumeration completed</a:t>
            </a:r>
          </a:p>
          <a:p>
            <a:pPr>
              <a:spcAft>
                <a:spcPts val="800"/>
              </a:spcAft>
              <a:defRPr sz="1400"/>
            </a:pPr>
            <a:r>
              <a:t>• Triage findings and context prepared</a:t>
            </a:r>
          </a:p>
          <a:p>
            <a:pPr>
              <a:spcAft>
                <a:spcPts val="800"/>
              </a:spcAft>
              <a:defRPr sz="1400"/>
            </a:pPr>
            <a:r>
              <a:t>• Published report and remediation prepared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Top Findings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188720"/>
          <a:ext cx="11277295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54864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58B8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Severity</a:t>
                      </a:r>
                    </a:p>
                  </a:txBody>
                  <a:tcPr>
                    <a:solidFill>
                      <a:srgbClr val="58B8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CVSS</a:t>
                      </a:r>
                    </a:p>
                  </a:txBody>
                  <a:tcPr>
                    <a:solidFill>
                      <a:srgbClr val="58B8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Finding</a:t>
                      </a:r>
                    </a:p>
                  </a:txBody>
                  <a:tcPr>
                    <a:solidFill>
                      <a:srgbClr val="58B84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QS-001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D7E14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header: missing CSP header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QS-002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C107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banner: server banner exposed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QS-003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A745"/>
                          </a:solidFill>
                        </a:defRPr>
                      </a:pPr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header: missing X-Content-Type-Options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QS-004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A745"/>
                          </a:solidFill>
                        </a:defRPr>
                      </a:pPr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header: missing X-Frame-Options header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QS-001 — header: missing CSP header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800">
                <a:solidFill>
                  <a:srgbClr val="FD7E14"/>
                </a:solidFill>
              </a:defRPr>
            </a:pPr>
            <a:r>
              <a:t>HIGH — CVSS N/A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Risk: header: missing CSP header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Exposure: https://onlinebookfair.net</a:t>
            </a:r>
          </a:p>
          <a:p>
            <a:pPr>
              <a:spcAft>
                <a:spcPts val="1200"/>
              </a:spcAft>
              <a:defRPr b="1" sz="1800">
                <a:solidFill>
                  <a:srgbClr val="28A745"/>
                </a:solidFill>
              </a:defRPr>
            </a:pPr>
            <a:r>
              <a:t>Fix: Apply the missing security header or control and verify it in a follow-up scan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Harden: Alert on suspicious access patterns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QS-002 — banner: server banner exposed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800">
                <a:solidFill>
                  <a:srgbClr val="FFC107"/>
                </a:solidFill>
              </a:defRPr>
            </a:pPr>
            <a:r>
              <a:t>MEDIUM — CVSS N/A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Risk: banner: server banner exposed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Exposure: https://onlinebookfair.net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Fix: Validate the exposure manually and harden the service if it is unnecessary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Harden: Alert on suspicious access patterns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QS-003 — header: missing X-Content-Type-Options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800">
                <a:solidFill>
                  <a:srgbClr val="28A745"/>
                </a:solidFill>
              </a:defRPr>
            </a:pPr>
            <a:r>
              <a:t>LOW — CVSS N/A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Risk: header: missing X-Content-Type-Options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Exposure: https://onlinebookfair.net</a:t>
            </a:r>
          </a:p>
          <a:p>
            <a:pPr>
              <a:spcAft>
                <a:spcPts val="1200"/>
              </a:spcAft>
              <a:defRPr b="1" sz="1800">
                <a:solidFill>
                  <a:srgbClr val="28A745"/>
                </a:solidFill>
              </a:defRPr>
            </a:pPr>
            <a:r>
              <a:t>Fix: Apply the missing security header or control and verify it in a follow-up scan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Harden: Alert on suspicious access patterns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7172F"/>
                </a:solidFill>
              </a:defRPr>
            </a:pPr>
            <a:r>
              <a:t>Remediation Roadmap</a:t>
            </a:r>
          </a:p>
        </p:txBody>
      </p:sp>
      <p:sp>
        <p:nvSpPr>
          <p:cNvPr id="7" name="Rectangle 6"/>
          <p:cNvSpPr/>
          <p:nvPr/>
        </p:nvSpPr>
        <p:spPr>
          <a:xfrm>
            <a:off x="6062472" y="1234440"/>
            <a:ext cx="27432" cy="5029200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Immediate Priority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QS-001: Apply the missing security header or control and verify it in a follow-up scan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Planned Hardening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QS-002: Validate the exposure manually and harden the service if it is unnecessary</a:t>
            </a:r>
          </a:p>
          <a:p>
            <a:pPr>
              <a:spcAft>
                <a:spcPts val="800"/>
              </a:spcAft>
              <a:defRPr sz="1400"/>
            </a:pPr>
            <a:r>
              <a:t>• QS-003: Apply the missing security header or control and verify it in a follow-up scan</a:t>
            </a:r>
          </a:p>
          <a:p>
            <a:pPr>
              <a:spcAft>
                <a:spcPts val="800"/>
              </a:spcAft>
              <a:defRPr sz="1400"/>
            </a:pPr>
            <a:r>
              <a:t>• QS-004: Apply the missing security header or control and verify it in a follow-up scan</a:t>
            </a:r>
          </a:p>
          <a:p>
            <a:pPr>
              <a:spcAft>
                <a:spcPts val="800"/>
              </a:spcAft>
              <a:defRPr sz="1400"/>
            </a:pPr>
            <a:r>
              <a:t>• Exposure Management: Reduce unnecessary exposure and monitor for unexpected access</a:t>
            </a:r>
          </a:p>
          <a:p>
            <a:pPr>
              <a:spcAft>
                <a:spcPts val="800"/>
              </a:spcAft>
              <a:defRPr sz="1400"/>
            </a:pPr>
            <a:r>
              <a:t>• Administrative Surface Reduction: Limit access to admin systems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