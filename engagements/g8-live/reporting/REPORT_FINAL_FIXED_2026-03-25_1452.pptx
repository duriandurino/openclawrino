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Pentest Report — G8 (Fixed)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25,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MEDIUM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PC G8 (192.168.0.108)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3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MEDIUM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VULN-002: MySQL Database Service Exposed on Network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VULN-003: SMB and RPC Services Exposed Without SMB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VULN-001: RDP NTLM Information Disclosure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4 hardening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0</a:t>
            </a:r>
          </a:p>
          <a:p>
            <a:pPr>
              <a:spcAft>
                <a:spcPts val="800"/>
              </a:spcAft>
              <a:defRPr sz="1400"/>
            </a:pPr>
            <a:r>
              <a:t>• Medium: 2</a:t>
            </a:r>
          </a:p>
          <a:p>
            <a:pPr>
              <a:spcAft>
                <a:spcPts val="800"/>
              </a:spcAft>
              <a:defRPr sz="1400"/>
            </a:pPr>
            <a:r>
              <a:t>• Low: 1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Host reachable and fingerprinted</a:t>
            </a:r>
          </a:p>
          <a:p>
            <a:pPr>
              <a:spcAft>
                <a:spcPts val="800"/>
              </a:spcAft>
              <a:defRPr sz="1400"/>
            </a:pPr>
            <a:r>
              <a:t>• Services enumerated with versions</a:t>
            </a:r>
          </a:p>
          <a:p>
            <a:pPr>
              <a:spcAft>
                <a:spcPts val="800"/>
              </a:spcAft>
              <a:defRPr sz="1400"/>
            </a:pPr>
            <a:r>
              <a:t>• Safe vulnerability checks executed</a:t>
            </a:r>
          </a:p>
          <a:p>
            <a:pPr>
              <a:spcAft>
                <a:spcPts val="800"/>
              </a:spcAft>
              <a:defRPr sz="1400"/>
            </a:pPr>
            <a:r>
              <a:t>•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MySQL Database Service Exposed on Network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SMB and RPC Services Exposed Without SMB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RDP NTLM Information Disclosure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VULN-002 — MySQL Database Service Exposed on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5.3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MySQL Database Service Exposed on Network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192.168.0.108:3306 (MySQL 8.4.8)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Restrict MySQL network exposure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Harden database access and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VULN-003 — SMB and RPC Services Exposed Without SMB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5.3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SMB and RPC Services Exposed Without SMB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192.168.0.108:445 (SMB), 192.168.0.108:135 (RPC)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Enforce SMB signing via Group Policy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remote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VULN-001 — RDP NTLM Information Disclosure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LOW — CVSS 3.7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RDP NTLM Information Disclosure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192.168.0.108:3389 (RDP Service)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Configure RDP to reduce information disclosure via Group Policy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remote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No immediate actions recorded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VULN-002: Restrict MySQL network exposure</a:t>
            </a:r>
          </a:p>
          <a:p>
            <a:pPr>
              <a:spcAft>
                <a:spcPts val="800"/>
              </a:spcAft>
              <a:defRPr sz="1400"/>
            </a:pPr>
            <a:r>
              <a:t>• VULN-003: Enforce SMB signing via Group Policy</a:t>
            </a:r>
          </a:p>
          <a:p>
            <a:pPr>
              <a:spcAft>
                <a:spcPts val="800"/>
              </a:spcAft>
              <a:defRPr sz="1400"/>
            </a:pPr>
            <a:r>
              <a:t>• VULN-001: Configure RDP to reduce information disclosure via Group Policy</a:t>
            </a:r>
          </a:p>
          <a:p>
            <a:pPr>
              <a:spcAft>
                <a:spcPts val="800"/>
              </a:spcAft>
              <a:defRPr sz="1400"/>
            </a:pPr>
            <a:r>
              <a:t>• Network Segmentation: Limit access to admin systems only</a:t>
            </a:r>
          </a:p>
          <a:p>
            <a:pPr>
              <a:spcAft>
                <a:spcPts val="800"/>
              </a:spcAft>
              <a:defRPr sz="1400"/>
            </a:pPr>
            <a:r>
              <a:t>• Patch Management: Maintain a regular patching 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