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Pentest Report — G8 Live (192.168.0.108)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March 25,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MEDIUM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Target: PC G8 (192.168.0.108)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Findings: 3 issues identified</a:t>
            </a:r>
          </a:p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Highest risk: MEDIUM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VULN-002: MySQL Database Service Exposed on Network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VULN-003: SMB and RPC Services Exposed Without SMB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VULN-001: RDP NTLM Information Disclosure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4 hardening themes included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2</a:t>
            </a:r>
          </a:p>
          <a:p>
            <a:pPr>
              <a:spcAft>
                <a:spcPts val="800"/>
              </a:spcAft>
              <a:defRPr sz="1400"/>
            </a:pPr>
            <a:r>
              <a:t>• Low: 1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Host reachable and fingerprinted</a:t>
            </a:r>
          </a:p>
          <a:p>
            <a:pPr>
              <a:spcAft>
                <a:spcPts val="800"/>
              </a:spcAft>
              <a:defRPr sz="1400"/>
            </a:pPr>
            <a:r>
              <a:t>• Services enumerated with versions</a:t>
            </a:r>
          </a:p>
          <a:p>
            <a:pPr>
              <a:spcAft>
                <a:spcPts val="800"/>
              </a:spcAft>
              <a:defRPr sz="1400"/>
            </a:pPr>
            <a:r>
              <a:t>• Safe vulnerability checks executed</a:t>
            </a:r>
          </a:p>
          <a:p>
            <a:pPr>
              <a:spcAft>
                <a:spcPts val="800"/>
              </a:spcAft>
              <a:defRPr sz="1400"/>
            </a:pPr>
            <a:r>
              <a:t>• Report and remediation prepared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Top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729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Severity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CVSS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8F9FA"/>
                          </a:solidFill>
                        </a:defRPr>
                      </a:pPr>
                      <a:r>
                        <a:t>Finding</a:t>
                      </a:r>
                    </a:p>
                  </a:txBody>
                  <a:tcPr>
                    <a:solidFill>
                      <a:srgbClr val="58B84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MySQL Database Service Exposed on Network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C10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SMB and RPC Services Exposed Without SMB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VULN-001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A745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RDP NTLM Information Disclosure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VULN-002 — MySQL Database Service Exposed on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5.3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MySQL Database Service Exposed on Network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192.168.0.108:3306 (MySQL 8.4.8)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Restrict MySQL network exposure: 1. Edit MySQL configuration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Database hardening recommendations: - Enforce SSL/TLS for all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VULN-003 — SMB and RPC Services Exposed Without SMB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FC107"/>
                </a:solidFill>
              </a:defRPr>
            </a:pPr>
            <a:r>
              <a:t>MEDIUM — CVSS 5.3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SMB and RPC Services Exposed Without SMB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192.168.0.108:445 (SMB), 192.168.0.108:135 (RPC)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Enforce SMB signing via Group Policy: 1. Open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VULN-001 — RDP NTLM Information Disclosure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28A745"/>
                </a:solidFill>
              </a:defRPr>
            </a:pPr>
            <a:r>
              <a:t>LOW — CVSS 3.7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Risk: RDP NTLM Information Disclosure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Exposure: 192.168.0.108:3389 (RDP Service)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Fix: Configure RDP to reduce information disclosure via Group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Harden: Alert on suspicious remote access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VULN-002: Restrict MySQL network exposure: 1. Edit MySQL configuration</a:t>
            </a:r>
          </a:p>
          <a:p>
            <a:pPr>
              <a:spcAft>
                <a:spcPts val="800"/>
              </a:spcAft>
              <a:defRPr sz="1400"/>
            </a:pPr>
            <a:r>
              <a:t>• VULN-003: Enforce SMB signing via Group Policy: 1. Open</a:t>
            </a:r>
          </a:p>
          <a:p>
            <a:pPr>
              <a:spcAft>
                <a:spcPts val="800"/>
              </a:spcAft>
              <a:defRPr sz="1400"/>
            </a:pPr>
            <a:r>
              <a:t>• VULN-001: Configure RDP to reduce information disclosure via Group</a:t>
            </a:r>
          </a:p>
          <a:p>
            <a:pPr>
              <a:spcAft>
                <a:spcPts val="800"/>
              </a:spcAft>
              <a:defRPr sz="1400"/>
            </a:pPr>
            <a:r>
              <a:t>• Network Segmentation: Limit access to admin systems only</a:t>
            </a:r>
          </a:p>
          <a:p>
            <a:pPr>
              <a:spcAft>
                <a:spcPts val="800"/>
              </a:spcAft>
              <a:defRPr sz="1400"/>
            </a:pPr>
            <a:r>
              <a:t>• Patch Management: Maintain a regular patching schedule for both Windows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