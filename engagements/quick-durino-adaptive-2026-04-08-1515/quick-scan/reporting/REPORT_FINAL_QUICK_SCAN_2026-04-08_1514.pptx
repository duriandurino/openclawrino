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durino.vercel.app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INFO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`durino.vercel.app` in `safe` mode and treated the target as a Vercel-hosted Next.js application serving as a public portfolio-style surface, capturing 6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portfolio-style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`api-backed`, `portfolio-like`, `ssr-or-hybrid`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`Adrian Alejandrino | Product Solutions Engineer`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