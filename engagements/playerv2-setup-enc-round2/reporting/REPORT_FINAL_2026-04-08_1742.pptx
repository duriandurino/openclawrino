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Pentest Report — setup.enc round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setup.enc (PlayerV2 installer artifact,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3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V-001: Encrypted setup container blocks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V-002: Encrypted artifact lacks companion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V-003: Related Player ecosystem demonstrates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Encrypted setup container blocks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Encrypted artifact lacks companion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Related Player ecosystem demonstrates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V-001 — Encrypted setup container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Encrypted setup container blocks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engagements/playerv2-artifacts/inbound/setup.enc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Treat encrypted setup blobs as opaque containers, not trusted installers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V-002 — Encrypted artifact lacks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Encrypted artifact lacks companion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engagements/playerv2-artifacts/inbound/setup.enc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Ship encrypted setup blobs with detached signatures and independently verifiable release metadata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Separate confidentiality from integrity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V-003 — Related Player ecosystem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Related Player ecosystem demonstrates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PlayerV2 setup/deployment trust model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Audit `setup.enc` generation workflow to confirm whether any hardware-derived or reused passphrase logic exists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V-001: Remediate the issue and confirm the fix in a follow-up validation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V-002: Ship encrypted setup blobs with detached signatures and independently verifiable release metadata</a:t>
            </a:r>
          </a:p>
          <a:p>
            <a:pPr>
              <a:spcAft>
                <a:spcPts val="800"/>
              </a:spcAft>
              <a:defRPr sz="1400"/>
            </a:pPr>
            <a:r>
              <a:t>• V-003: Audit `setup.enc` generation workflow to confirm whether any hardware-derived or reused passphrase logic exists</a:t>
            </a:r>
          </a:p>
          <a:p>
            <a:pPr>
              <a:spcAft>
                <a:spcPts val="800"/>
              </a:spcAft>
              <a:defRPr sz="1400"/>
            </a:pPr>
            <a:r>
              <a:t>• Artifact Review Workflow: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Release Provenance: Add detached signatures, signed manifests, and externally verifiable checksums to every protected setup blob</a:t>
            </a:r>
          </a:p>
          <a:p>
            <a:pPr>
              <a:spcAft>
                <a:spcPts val="800"/>
              </a:spcAft>
              <a:defRPr sz="1400"/>
            </a:pPr>
            <a:r>
              <a:t>• Key Management Audit: Reduce unnecessary exposure and monitor for unexpected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