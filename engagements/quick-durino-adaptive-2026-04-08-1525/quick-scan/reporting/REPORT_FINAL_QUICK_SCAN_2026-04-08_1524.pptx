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durino.vercel.app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Quick scan profile `webapp` ran against `durino.vercel.app` in `safe` mode and treated the target as a Vercel-hosted Next.js application serving as a public portfolio-style surface, capturing 5 meaningful candidate observations with highest provisional severity `High`.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These results are triage-oriented and should be manually validated before being treated as confirmed vulnerabilities.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This quick scan adapted its framing toward: deployment metadata, response header posture, and frontend routing clues, server-rendered route behavior and cache/header consistency across rendered pages, deployment-layer clues from vercel 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Target Fingerprint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appears to be a Vercel-hosted Next.js application serving as a public portfolio-style surface.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framework indicators: `nextjs`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deployment indicators: `vercel`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traits inferred from artifacts: `api-backed`, `portfolio-like`, `ssr-or-hybrid`, `tls-enforced`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Title hints: `Adrian Alejandrino | Product Solutions Engineer`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Report emphasis for this target: deployment metadata, response header posture, and frontend routing clues, server-rendered route behavior and cache/header consistency across rendered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2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CSP header not set in Vercel edge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Server banner exposed (Vercel)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Title: Adrian Alejandrino | Product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X-Content-Type-Options: nosniff not set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X-Frame-Options header not set (Next.js)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CSP header not set in Vercel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CSP header not set in Vercel edge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durino.vercel.app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Keep the service fully patched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Server banner exposed (Vercel)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Server banner exposed (Vercel)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durino.vercel.app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Title: Adrian Alejandrino |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Title: Adrian Alejandrino | Product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durino.vercel.app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Validate the exposure manually and harden the service if it is unnecessary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Keep the service fully patched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QS-002: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QS-003: Validate the exposure manually and harden the service if it is unnecessary</a:t>
            </a:r>
          </a:p>
          <a:p>
            <a:pPr>
              <a:spcAft>
                <a:spcPts val="800"/>
              </a:spcAft>
              <a:defRPr sz="1400"/>
            </a:pPr>
            <a:r>
              <a:t>• QS-004: Validate the exposure manually and harden the service if it is unnecessary</a:t>
            </a:r>
          </a:p>
          <a:p>
            <a:pPr>
              <a:spcAft>
                <a:spcPts val="800"/>
              </a:spcAft>
              <a:defRPr sz="1400"/>
            </a:pPr>
            <a:r>
              <a:t>• QS-005: Validate the exposure manually and harden the service if it is unnecessary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Patch and Validation Workflow: Maintain a regular patching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