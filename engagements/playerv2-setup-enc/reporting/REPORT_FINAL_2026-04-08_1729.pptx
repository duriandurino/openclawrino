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Pentest Report — setup.enc (PlayerV2 installer artifact)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08,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Target: setup.enc (PlayerV2 installer artifact)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Findings: 3 issues identified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Highest risk: HIGH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V-001: Encrypted setup container blocks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V-002: No companion trust metadata observed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V-003: Password-managed installer packaging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3 hardening themes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1</a:t>
            </a:r>
          </a:p>
          <a:p>
            <a:pPr>
              <a:spcAft>
                <a:spcPts val="800"/>
              </a:spcAft>
              <a:defRPr sz="1400"/>
            </a:pPr>
            <a:r>
              <a:t>• Medium: 2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Quick target fingerprint completed</a:t>
            </a:r>
          </a:p>
          <a:p>
            <a:pPr>
              <a:spcAft>
                <a:spcPts val="800"/>
              </a:spcAft>
              <a:defRPr sz="1400"/>
            </a:pPr>
            <a:r>
              <a:t>• Safe enumeration completed</a:t>
            </a:r>
          </a:p>
          <a:p>
            <a:pPr>
              <a:spcAft>
                <a:spcPts val="800"/>
              </a:spcAft>
              <a:defRPr sz="1400"/>
            </a:pPr>
            <a:r>
              <a:t>• Triage findings and context prepared</a:t>
            </a:r>
          </a:p>
          <a:p>
            <a:pPr>
              <a:spcAft>
                <a:spcPts val="800"/>
              </a:spcAft>
              <a:defRPr sz="1400"/>
            </a:pPr>
            <a:r>
              <a:t>• Published report and remediation prepared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Encrypted setup container blocks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 companion trust metadata observed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Password-managed installer packaging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V-001 — Encrypted setup container blocks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Encrypted setup container blocks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engagements/playerv2-artifacts/inbound/setup.enc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Remediate the issue and confirm the fix in a follow-up validation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Treat encrypted installer artifacts as containers only, not trusted installers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V-002 — No companion trust metadata 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No companion trust metadata observed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engagements/playerv2-artifacts/inbound/setup.enc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Remediate the issue and confirm the fix in a follow-up validation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Separate confidentiality from trust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V-003 — Password-managed installer packaging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Password-managed installer packaging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engagements/playerv2-artifacts/inbound/setup.enc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Document secure key custody, recovery, and handoff procedures for encrypted installer artifacts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exposure and monitor for unexpected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V-001: Remediate the issue and confirm the fix in a follow-up validation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V-002: Remediate the issue and confirm the fix in a follow-up validation scan</a:t>
            </a:r>
          </a:p>
          <a:p>
            <a:pPr>
              <a:spcAft>
                <a:spcPts val="800"/>
              </a:spcAft>
              <a:defRPr sz="1400"/>
            </a:pPr>
            <a:r>
              <a:t>• V-003: Document secure key custody, recovery, and handoff procedures for encrypted installer artifacts</a:t>
            </a:r>
          </a:p>
          <a:p>
            <a:pPr>
              <a:spcAft>
                <a:spcPts val="800"/>
              </a:spcAft>
              <a:defRPr sz="1400"/>
            </a:pPr>
            <a:r>
              <a:t>• Artifact Review Workflow: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Release Integrity: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Key Management: Reduce unnecessary exposure and monitor for unexpected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