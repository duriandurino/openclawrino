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`onlinebookfair.net` in `safe` mode and treated the target as a Vercel-hosted Next.js application serving as a public catalog or content-style surface, capturing 6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catalog or content-style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`catalog-like`, `ssr-or-hybrid`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`Online Book Fair`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