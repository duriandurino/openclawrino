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setup.enc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INFO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Quick scan profile `webapp` ran against `setup.enc` in `safe` mode and treated the target as a general web application, but did not capture notable candidate findings from the current artifact set.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• This suggests either a relatively clean exposed surface or limited visibility from low-impact triage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0</a:t>
            </a:r>
          </a:p>
          <a:p>
            <a:pPr>
              <a:spcAft>
                <a:spcPts val="800"/>
              </a:spcAft>
              <a:defRPr sz="1400"/>
            </a:pPr>
            <a:r>
              <a:t>• Medium: 0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Quick target fingerprint completed</a:t>
            </a:r>
          </a:p>
          <a:p>
            <a:pPr>
              <a:spcAft>
                <a:spcPts val="800"/>
              </a:spcAft>
              <a:defRPr sz="1400"/>
            </a:pPr>
            <a:r>
              <a:t>• Safe enumeration completed</a:t>
            </a:r>
          </a:p>
          <a:p>
            <a:pPr>
              <a:spcAft>
                <a:spcPts val="800"/>
              </a:spcAft>
              <a:defRPr sz="1400"/>
            </a:pPr>
            <a:r>
              <a:t>• Triage findings and context prepared</a:t>
            </a:r>
          </a:p>
          <a:p>
            <a:pPr>
              <a:spcAft>
                <a:spcPts val="800"/>
              </a:spcAft>
              <a:defRPr sz="1400"/>
            </a:pPr>
            <a:r>
              <a:t>• Published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No immediate actions 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Patch and Validation Workflow: Maintain a regular patching schedule</a:t>
            </a:r>
          </a:p>
          <a:p>
            <a:pPr>
              <a:spcAft>
                <a:spcPts val="800"/>
              </a:spcAft>
              <a:defRPr sz="1400"/>
            </a:pPr>
            <a:r>
              <a:t>• Administrative Surface Reduction: Limit access to admin systems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