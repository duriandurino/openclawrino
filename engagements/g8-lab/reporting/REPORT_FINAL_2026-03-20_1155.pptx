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G8 Dry Run Pentest Report (Concise Slides)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20,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MEDIUM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G8 (192.168.0.104)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4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MEDIUM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G8-001: SMB signing is optional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G8-002: Remote admin surface is broad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G8-003: RDP leaks host metadata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3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0</a:t>
            </a:r>
          </a:p>
          <a:p>
            <a:pPr>
              <a:spcAft>
                <a:spcPts val="800"/>
              </a:spcAft>
              <a:defRPr sz="1400"/>
            </a:pPr>
            <a:r>
              <a:t>• Medium: 2</a:t>
            </a:r>
          </a:p>
          <a:p>
            <a:pPr>
              <a:spcAft>
                <a:spcPts val="800"/>
              </a:spcAft>
              <a:defRPr sz="1400"/>
            </a:pPr>
            <a:r>
              <a:t>• Low: 1</a:t>
            </a:r>
          </a:p>
          <a:p>
            <a:pPr>
              <a:spcAft>
                <a:spcPts val="800"/>
              </a:spcAft>
              <a:defRPr sz="1400"/>
            </a:pPr>
            <a:r>
              <a:t>• Info: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Host reachable and fingerprinted</a:t>
            </a:r>
          </a:p>
          <a:p>
            <a:pPr>
              <a:spcAft>
                <a:spcPts val="800"/>
              </a:spcAft>
              <a:defRPr sz="1400"/>
            </a:pPr>
            <a:r>
              <a:t>• Services enumerated with versions</a:t>
            </a:r>
          </a:p>
          <a:p>
            <a:pPr>
              <a:spcAft>
                <a:spcPts val="800"/>
              </a:spcAft>
              <a:defRPr sz="1400"/>
            </a:pPr>
            <a:r>
              <a:t>• Safe vulnerability checks executed</a:t>
            </a:r>
          </a:p>
          <a:p>
            <a:pPr>
              <a:spcAft>
                <a:spcPts val="800"/>
              </a:spcAft>
              <a:defRPr sz="1400"/>
            </a:pPr>
            <a:r>
              <a:t>•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G8-001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SMB signing is optional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G8-002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Remote admin surface is broad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G8-003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RDP leaks host metadata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G8-004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 legacy SMB flaw confirmed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G8-001 — SMB signing is optional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5.3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SMB signing is optional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192.168.0.104:445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Require SMB signing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Limit access to admin systems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G8-002 — Remote admin surface is broad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5.8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Remote admin surface is broad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192.168.0.104:135,139,445,3389,5985,7070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Restrict access to admin hosts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Limit access to admin systems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G8-003 — RDP leaks host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LOW — CVSS 3.7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RDP leaks host metadata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192.168.0.104:3389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Disable service if not required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remote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No immediate actions recorded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G8-001: Require SMB signing</a:t>
            </a:r>
          </a:p>
          <a:p>
            <a:pPr>
              <a:spcAft>
                <a:spcPts val="800"/>
              </a:spcAft>
              <a:defRPr sz="1400"/>
            </a:pPr>
            <a:r>
              <a:t>• G8-002: Restrict access to admin hosts</a:t>
            </a:r>
          </a:p>
          <a:p>
            <a:pPr>
              <a:spcAft>
                <a:spcPts val="800"/>
              </a:spcAft>
              <a:defRPr sz="1400"/>
            </a:pPr>
            <a:r>
              <a:t>• G8-003: Disable service if not required</a:t>
            </a:r>
          </a:p>
          <a:p>
            <a:pPr>
              <a:spcAft>
                <a:spcPts val="800"/>
              </a:spcAft>
              <a:defRPr sz="1400"/>
            </a:pPr>
            <a:r>
              <a:t>• G8-004: Keep the service fully patched</a:t>
            </a:r>
          </a:p>
          <a:p>
            <a:pPr>
              <a:spcAft>
                <a:spcPts val="800"/>
              </a:spcAft>
              <a:defRPr sz="1400"/>
            </a:pPr>
            <a:r>
              <a:t>• Network Segmentation: Limit access to admin systems only</a:t>
            </a:r>
          </a:p>
          <a:p>
            <a:pPr>
              <a:spcAft>
                <a:spcPts val="800"/>
              </a:spcAft>
              <a:defRPr sz="1400"/>
            </a:pPr>
            <a:r>
              <a:t>• Windows Hardening: Limit access to admin systems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