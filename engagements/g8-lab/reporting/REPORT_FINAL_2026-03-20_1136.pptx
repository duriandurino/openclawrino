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G8 Dry Run Pentest Report (Slide Rewrite)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20,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G8 (192.168.0.104)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4 total across enum and vuln review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MEDIUM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G8-001: SMB Signing Not Required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G8-002: Multiple Remote Administration Services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G8-003: RDP Reveals Domain and Host Metadata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3 security enhancement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Signing Not Required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Multiple Remote Administration Services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Reveals Domain and Host Metadata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G8-004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 Confirmed Legacy SMB Vulnerabilities in…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G8-001 — SMB Signing Not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If a relay path exists elsewhere in the network,…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192.168.0.104:445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Require SMB signing on the host and through domain or…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Reduce unnecessary SMB exposure to trusted admin…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G8-002 — Multiple Remote Administration Services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5.8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This increases the attack surface for credential…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192.168.0.104:135,139,445,3389,5985,7070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Limit exposed remote management services to those…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Require VPN or jump-host access for administration,…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G8-003 — RDP Reveals Domain and Host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3.7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Impact: This aids attacker reconnaissance and supports tailored…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192.168.0.104:3389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RDP exposure to trusted administration sources…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Place RDP behind VPN or bastion access, enforce NLA and…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G8-001: Require SMB signing on the host and through domain…</a:t>
            </a:r>
          </a:p>
          <a:p>
            <a:pPr>
              <a:spcAft>
                <a:spcPts val="800"/>
              </a:spcAft>
              <a:defRPr sz="1400"/>
            </a:pPr>
            <a:r>
              <a:t>• G8-002: Limit exposed remote management services to those…</a:t>
            </a:r>
          </a:p>
          <a:p>
            <a:pPr>
              <a:spcAft>
                <a:spcPts val="800"/>
              </a:spcAft>
              <a:defRPr sz="1400"/>
            </a:pPr>
            <a:r>
              <a:t>• G8-003: Restrict RDP exposure to trusted administration…</a:t>
            </a:r>
          </a:p>
          <a:p>
            <a:pPr>
              <a:spcAft>
                <a:spcPts val="800"/>
              </a:spcAft>
              <a:defRPr sz="1400"/>
            </a:pPr>
            <a:r>
              <a:t>• G8-004: Keep SMB fully patched and confirm hardening with…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Restrict workstation administration ports…</a:t>
            </a:r>
          </a:p>
          <a:p>
            <a:pPr>
              <a:spcAft>
                <a:spcPts val="800"/>
              </a:spcAft>
              <a:defRPr sz="1400"/>
            </a:pPr>
            <a:r>
              <a:t>• Windows Hardening: Review SMB signing policy, enforce…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