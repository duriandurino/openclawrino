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G8 Dry Run Pentest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March 20,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MEDIUM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Assessment identified 4 finding(s) on G8 (192.168.0.104).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• G8-001: SMB Signing Not Required (MEDIUM)</a:t>
            </a:r>
          </a:p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• G8-002: Multiple Remote Administration Services Exposed (MEDIUM)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• G8-003: RDP Reveals Domain and Host Metadata (LOW)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3 cross-cutting hardening recommendation(s)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0</a:t>
            </a:r>
          </a:p>
          <a:p>
            <a:pPr>
              <a:spcAft>
                <a:spcPts val="800"/>
              </a:spcAft>
              <a:defRPr sz="1400"/>
            </a:pPr>
            <a:r>
              <a:t>• High: 0</a:t>
            </a:r>
          </a:p>
          <a:p>
            <a:pPr>
              <a:spcAft>
                <a:spcPts val="800"/>
              </a:spcAft>
              <a:defRPr sz="1400"/>
            </a:pPr>
            <a:r>
              <a:t>• Medium: 2</a:t>
            </a:r>
          </a:p>
          <a:p>
            <a:pPr>
              <a:spcAft>
                <a:spcPts val="800"/>
              </a:spcAft>
              <a:defRPr sz="1400"/>
            </a:pPr>
            <a:r>
              <a:t>• Low: 1</a:t>
            </a:r>
          </a:p>
          <a:p>
            <a:pPr>
              <a:spcAft>
                <a:spcPts val="800"/>
              </a:spcAft>
              <a:defRPr sz="1400"/>
            </a:pPr>
            <a:r>
              <a:t>• Info: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Reconnaissance completed</a:t>
            </a:r>
          </a:p>
          <a:p>
            <a:pPr>
              <a:spcAft>
                <a:spcPts val="800"/>
              </a:spcAft>
              <a:defRPr sz="1400"/>
            </a:pPr>
            <a:r>
              <a:t>• Enumeration and service analysis performed</a:t>
            </a:r>
          </a:p>
          <a:p>
            <a:pPr>
              <a:spcAft>
                <a:spcPts val="800"/>
              </a:spcAft>
              <a:defRPr sz="1400"/>
            </a:pPr>
            <a:r>
              <a:t>• Vulnerabilities validated</a:t>
            </a:r>
          </a:p>
          <a:p>
            <a:pPr>
              <a:spcAft>
                <a:spcPts val="800"/>
              </a:spcAft>
              <a:defRPr sz="1400"/>
            </a:pPr>
            <a:r>
              <a:t>• Impact and remediation documented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G8-001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SMB Signing Not Required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G8-002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Multiple Remote Administration Services Exposed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G8-003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A745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RDP Reveals Domain and Host Metadata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G8-004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 Confirmed Legacy SMB Vulnerabilities in Safe 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G8-001 — SMB Signing Not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5.3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What: SMB2 security mode indicates signing is enabled but not required. In environments where NTLM relay conditions exist, this weakens protection against certain relay and man-in-the-mi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Impact: If a relay path exists elsewhere in the network, attackers may be able to leverage SMB authentication flows more effectively than on hosts requiring signing.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Require SMB signing on the host and through domain or local policy, then verify with smb2-security-mode or equivalent tooling.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Reduce unnecessary SMB exposure to trusted admin segments only, disable legacy protocols, and monitor for NTLM relay-style behavior.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G8-002 — Multiple Remote Administration Services Exposed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5.8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What: The workstation exposes several remote administration and management services including RPC, NetBIOS/SMB, RDP, WinRM, and a likely AnyDesk service over TLS.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Impact: This increases the attack surface for credential attacks, lateral movement, remote management abuse, and reconnaissance against an internal workstation.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Limit exposed remote management services to those operationally required. Restrict access via host firewall and network segmentation to authorized admin systems only.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Require VPN or jump-host access for administration, review AnyDesk necessity, and enforce strong authentication and monitoring on RDP/WinRM.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G8-003 — RDP Reveals Domain and Host Metadata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LOW — CVSS 3.7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What: RDP NTLM information exposed the NetBIOS name, DNS hostname, domain name, and Windows build metadata during enumeration.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Impact: This aids attacker reconnaissance and supports tailored credential attacks or environment mapping.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Restrict RDP exposure to trusted administration sources and disable it if not needed.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Place RDP behind VPN or bastion access, enforce NLA and MFA where possible, and monitor failed logons and RDP connection attempts.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No immediate actions recorded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G8-001: Require SMB signing on the host and through domain or local policy, then verify </a:t>
            </a:r>
          </a:p>
          <a:p>
            <a:pPr>
              <a:spcAft>
                <a:spcPts val="800"/>
              </a:spcAft>
              <a:defRPr sz="1400"/>
            </a:pPr>
            <a:r>
              <a:t>• G8-002: Limit exposed remote management services to those operationally required. Restri</a:t>
            </a:r>
          </a:p>
          <a:p>
            <a:pPr>
              <a:spcAft>
                <a:spcPts val="800"/>
              </a:spcAft>
              <a:defRPr sz="1400"/>
            </a:pPr>
            <a:r>
              <a:t>• G8-003: Restrict RDP exposure to trusted administration sources and disable it if not ne</a:t>
            </a:r>
          </a:p>
          <a:p>
            <a:pPr>
              <a:spcAft>
                <a:spcPts val="800"/>
              </a:spcAft>
              <a:defRPr sz="1400"/>
            </a:pPr>
            <a:r>
              <a:t>• G8-004: Keep SMB fully patched and confirm hardening with authenticated Windows security</a:t>
            </a:r>
          </a:p>
          <a:p>
            <a:pPr>
              <a:spcAft>
                <a:spcPts val="800"/>
              </a:spcAft>
              <a:defRPr sz="1400"/>
            </a:pPr>
            <a:r>
              <a:t>• Network Segmentation: Restrict workstation administration ports (RDP, WinRM, SMB, AnyDesk) t</a:t>
            </a:r>
          </a:p>
          <a:p>
            <a:pPr>
              <a:spcAft>
                <a:spcPts val="800"/>
              </a:spcAft>
              <a:defRPr sz="1400"/>
            </a:pPr>
            <a:r>
              <a:t>• Windows Hardening: Review SMB signing policy, enforce least-privilege remote administrati</a:t>
            </a:r>
          </a:p>
          <a:p>
            <a:pPr>
              <a:spcAft>
                <a:spcPts val="800"/>
              </a:spcAft>
              <a:defRPr sz="1400"/>
            </a:pPr>
            <a:r>
              <a:t>• Monitoring: Alert on repeated RDP, SMB, or WinRM authentication attempts and watch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