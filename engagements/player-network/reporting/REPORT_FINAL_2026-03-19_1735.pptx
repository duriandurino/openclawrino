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N-Compass TV Network Attack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DB5BD"/>
                </a:solidFill>
              </a:defRPr>
            </a:pPr>
            <a:r>
              <a:t>Security Assessment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Assessment identified 6 finding(s) on N-Compass TV Digital Signage Network.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VULN-001: Unauthenticated Player API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VULN-002: Public CloudFront CDN Access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VULN-003: Backend Server Service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4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Risk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2E"/>
                </a:solidFill>
              </a:defRPr>
            </a:pPr>
            <a:r>
              <a:t>Severity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3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2E"/>
                </a:solidFill>
              </a:defRPr>
            </a:pPr>
            <a:r>
              <a:t>Assessment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Unauthenticated Player API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 CloudFront CDN Access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Backend Server Service Exposure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OAuth2 Authentication Flow Weakness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CORS Misconfiguration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VNC Service Exposed on Player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VULN-001 — Unauthenticated Player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What: A Node.js Express API exposed device information, playlists, content URLs, and update-related endpoints without any authentication. Confirmed endpoints included /ping, /api/device,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Impact: Any attacker on the same network can enumerate players, collect operational data, extract content URLs, and map the fleet without credentials.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Fix: Restrict the API to localhost or a management interface only, enforce authentication and authorization on all endpoints, and block port 3215 from untrusted networks using host fire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Hardening: Implement mutual authentication between the Electron app and backend API, add API gateway controls, and continuously scan fleet builds to ensure local-only services are not exposed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VULN-002 — Public CloudFront CDN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Ad and media content hosted behind CloudFront was publicly downloadable when the object URL was known, allowing direct unauthenticated retrieval of signage content.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Impact: Attackers can steal media assets, analyze campaign material, and potentially support broader supply-chain or defacement planning.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Fix: Require signed URLs or signed cookies for CDN delivery, reduce object exposure windows, and ensure origin access is restricted to trusted delivery paths.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Hardening: Separate public marketing assets from operational signage content, add access logging and alerting for bulk downloads, and rotate content URLs when exposure is suspected.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VULN-003 — Backend Server Service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8.1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What: The backend Windows server exposed multiple management and data services directly on the same flat network as player devices, including MySQL, RDP, WinRM, AnyDesk, and application 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Impact: A compromise of any internal foothold can be leveraged to target administrative services, attempt credential attacks, and expand to server takeover or data exfiltration.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Move backend management services to a restricted admin network or VPN-only segment, close unnecessary ports, and allow access only from explicitly approved management hosts.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Hardening: Deploy host-based firewall policy, enforce tiered network segmentation between players and servers, and require MFA or bastion access for remote administration.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Remediation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2E"/>
                </a:solidFill>
              </a:defRPr>
            </a:pPr>
            <a:r>
              <a:t>Immediate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VULN-001: Restrict the API to localhost or a management interface only, enforce authentica</a:t>
            </a:r>
          </a:p>
          <a:p>
            <a:pPr>
              <a:spcAft>
                <a:spcPts val="800"/>
              </a:spcAft>
              <a:defRPr sz="1400"/>
            </a:pPr>
            <a:r>
              <a:t>• VULN-002: Require signed URLs or signed cookies for CDN delivery, reduce object exposure w</a:t>
            </a:r>
          </a:p>
          <a:p>
            <a:pPr>
              <a:spcAft>
                <a:spcPts val="800"/>
              </a:spcAft>
              <a:defRPr sz="1400"/>
            </a:pPr>
            <a:r>
              <a:t>• VULN-003: Move backend management services to a restricted admin network or VPN-only segme</a:t>
            </a:r>
          </a:p>
          <a:p>
            <a:pPr>
              <a:spcAft>
                <a:spcPts val="800"/>
              </a:spcAft>
              <a:defRPr sz="1400"/>
            </a:pPr>
            <a:r>
              <a:t>• VULN-004: Restrict auth endpoints to intended trust boundaries, validate redirect URIs str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2E"/>
                </a:solidFill>
              </a:defRPr>
            </a:pPr>
            <a:r>
              <a:t>Planned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VULN-005: Replace wildcard origins with an explicit allowlist, disable credentialed cross-</a:t>
            </a:r>
          </a:p>
          <a:p>
            <a:pPr>
              <a:spcAft>
                <a:spcPts val="800"/>
              </a:spcAft>
              <a:defRPr sz="1400"/>
            </a:pPr>
            <a:r>
              <a:t>• VULN-006: Disable VNC where not operationally required, bind remote desktop services to a 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Separate player devices, backend servers, and administrative workstati</a:t>
            </a:r>
          </a:p>
          <a:p>
            <a:pPr>
              <a:spcAft>
                <a:spcPts val="800"/>
              </a:spcAft>
              <a:defRPr sz="1400"/>
            </a:pPr>
            <a:r>
              <a:t>• Service Exposure Reduction: Audit every listening service on players and backend hosts and remove </a:t>
            </a:r>
          </a:p>
          <a:p>
            <a:pPr>
              <a:spcAft>
                <a:spcPts val="800"/>
              </a:spcAft>
              <a:defRPr sz="1400"/>
            </a:pPr>
            <a:r>
              <a:t>• Application Security: Treat internal APIs as hostile-by-default: require authentication, 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